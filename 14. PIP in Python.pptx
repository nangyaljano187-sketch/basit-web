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1"/>
  </p:notesMasterIdLst>
  <p:sldIdLst>
    <p:sldId id="256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27AA2-C240-46A2-936B-74D08DECA3A7}" type="datetimeFigureOut">
              <a:rPr lang="en-US" smtClean="0"/>
              <a:t>1/29/2022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42259B-3E87-49A4-A321-BEF1BD20C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2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2A9FCE2-0C30-425B-BD34-65F77162D4A6}" type="datetime1">
              <a:rPr lang="en-US" smtClean="0"/>
              <a:t>1/29/2022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8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E443-C17D-4310-A66C-8D41202C3877}" type="datetime1">
              <a:rPr lang="en-US" smtClean="0"/>
              <a:t>1/29/2022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48F0-158D-4C7A-9C2F-0DBD8A353A5A}" type="datetime1">
              <a:rPr lang="en-US" smtClean="0"/>
              <a:t>1/29/2022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6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C294F-D308-4C16-BAC1-7A44E6F06E76}" type="datetime1">
              <a:rPr lang="en-US" smtClean="0"/>
              <a:t>1/29/2022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25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1214-69C5-49F8-A264-1AF2D079D60F}" type="datetime1">
              <a:rPr lang="en-US" smtClean="0"/>
              <a:t>1/29/2022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44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F02D-F370-4394-8C74-0D51DD8D5673}" type="datetime1">
              <a:rPr lang="en-US" smtClean="0"/>
              <a:t>1/29/2022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A645-686C-46D7-9A38-B0ED3D5C0FFE}" type="datetime1">
              <a:rPr lang="en-US" smtClean="0"/>
              <a:t>1/29/2022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97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DECDB-27FF-408E-967E-2FF555BB7191}" type="datetime1">
              <a:rPr lang="en-US" smtClean="0"/>
              <a:t>1/29/2022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58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44ED-5725-4050-94BC-CEBBF5F15283}" type="datetime1">
              <a:rPr lang="en-US" smtClean="0"/>
              <a:t>1/29/2022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82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9F2C-D40C-4776-A30F-DAD692012614}" type="datetime1">
              <a:rPr lang="en-US" smtClean="0"/>
              <a:t>1/29/2022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9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E1AC-20E8-47BB-963B-32490DB75DF5}" type="datetime1">
              <a:rPr lang="en-US" smtClean="0"/>
              <a:t>1/29/2022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3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625AC-5F1C-4018-ABA4-E7AC17AAC6A3}" type="datetime1">
              <a:rPr lang="en-US" smtClean="0"/>
              <a:t>1/29/2022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705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600F7-1B31-4E64-A77D-FDAA1B62FFAC}" type="datetime1">
              <a:rPr lang="en-US" smtClean="0"/>
              <a:t>1/29/2022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5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D4620-801E-46F1-9983-AFE60CF14DA0}" type="datetime1">
              <a:rPr lang="en-US" smtClean="0"/>
              <a:t>1/29/2022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6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13EA-3392-4F08-958C-C87303863311}" type="datetime1">
              <a:rPr lang="en-US" smtClean="0"/>
              <a:t>1/29/2022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06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EF8113F-4240-4B8B-90F6-D8BD8BDB6287}" type="datetime1">
              <a:rPr lang="en-US" smtClean="0"/>
              <a:t>1/29/2022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021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1A0F2C2-DD47-4C57-8D93-BCE77E07E1FB}" type="datetime1">
              <a:rPr lang="en-US" smtClean="0"/>
              <a:t>1/29/2022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03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7A210D0-3BBA-41B4-A219-A06473CEBDA9}" type="datetime1">
              <a:rPr lang="en-US" smtClean="0"/>
              <a:t>1/29/2022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90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pmjs.com/" TargetMode="External"/><Relationship Id="rId7" Type="http://schemas.openxmlformats.org/officeDocument/2006/relationships/hyperlink" Target="https://www.nuget.org/" TargetMode="External"/><Relationship Id="rId2" Type="http://schemas.openxmlformats.org/officeDocument/2006/relationships/hyperlink" Target="https://developer.mozilla.org/en-US/docs/Web/JavaScript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otnet.microsoft.com/languages" TargetMode="External"/><Relationship Id="rId5" Type="http://schemas.openxmlformats.org/officeDocument/2006/relationships/hyperlink" Target="https://rubygems.org/" TargetMode="External"/><Relationship Id="rId4" Type="http://schemas.openxmlformats.org/officeDocument/2006/relationships/hyperlink" Target="https://www.ruby-lang.org/en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ypi.org/project/pip/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ypi.org/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75D2F71-C3D9-4A89-ADF7-43E4E7BE0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384115"/>
            <a:ext cx="10188907" cy="2677648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Part 14</a:t>
            </a:r>
            <a:br>
              <a:rPr lang="en-US" dirty="0">
                <a:latin typeface="Arial Rounded MT Bold" panose="020F0704030504030204" pitchFamily="34" charset="0"/>
              </a:rPr>
            </a:br>
            <a:br>
              <a:rPr lang="en-US" sz="4000" dirty="0">
                <a:latin typeface="Arial Rounded MT Bold" panose="020F0704030504030204" pitchFamily="34" charset="0"/>
              </a:rPr>
            </a:br>
            <a:r>
              <a:rPr lang="en-US" sz="4400" dirty="0">
                <a:latin typeface="Arial Rounded MT Bold" panose="020F0704030504030204" pitchFamily="34" charset="0"/>
              </a:rPr>
              <a:t>PIP in Python</a:t>
            </a:r>
            <a:endParaRPr lang="en-US" sz="4800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7EAC1220-5808-4927-8A48-4FD19D79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287049"/>
            <a:ext cx="8825658" cy="4307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Version: 3.o</a:t>
            </a:r>
          </a:p>
          <a:p>
            <a:endParaRPr lang="en-US" sz="2400" dirty="0"/>
          </a:p>
        </p:txBody>
      </p:sp>
      <p:sp>
        <p:nvSpPr>
          <p:cNvPr id="24" name="Subtitle 22">
            <a:extLst>
              <a:ext uri="{FF2B5EF4-FFF2-40B4-BE49-F238E27FC236}">
                <a16:creationId xmlns:a16="http://schemas.microsoft.com/office/drawing/2014/main" id="{EF647C65-2962-495E-8F1A-C5ABE3700C82}"/>
              </a:ext>
            </a:extLst>
          </p:cNvPr>
          <p:cNvSpPr txBox="1">
            <a:spLocks/>
          </p:cNvSpPr>
          <p:nvPr/>
        </p:nvSpPr>
        <p:spPr bwMode="gray">
          <a:xfrm>
            <a:off x="8489743" y="5755393"/>
            <a:ext cx="2981739" cy="430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latin typeface="+mj-lt"/>
              </a:rPr>
              <a:t>Written by: Babar </a:t>
            </a:r>
            <a:r>
              <a:rPr lang="en-US" sz="2000" b="1" dirty="0" err="1">
                <a:solidFill>
                  <a:schemeClr val="bg1"/>
                </a:solidFill>
                <a:latin typeface="+mj-lt"/>
              </a:rPr>
              <a:t>ali</a:t>
            </a:r>
            <a:r>
              <a:rPr lang="en-US" sz="2000" b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19BE65-88D1-4524-9E14-2B34145F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01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/>
          </a:bodyPr>
          <a:lstStyle/>
          <a:p>
            <a:r>
              <a:rPr lang="en-US" sz="3600" dirty="0"/>
              <a:t>What is PIP in Python?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760109" y="2471879"/>
            <a:ext cx="10946976" cy="2813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PIP is a package manager for Python. That means it’s a tool that allows you to install and manage additional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libraries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 that are not distributed as part of the standard library.</a:t>
            </a:r>
          </a:p>
          <a:p>
            <a:pPr algn="just">
              <a:lnSpc>
                <a:spcPct val="150000"/>
              </a:lnSpc>
            </a:pP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</a:rPr>
              <a:t>The concept of a package manager might be familiar to you if you are coming from other languages. </a:t>
            </a:r>
            <a:r>
              <a:rPr lang="en-US" altLang="en-US" sz="2000" b="1" dirty="0">
                <a:solidFill>
                  <a:schemeClr val="bg2">
                    <a:lumMod val="1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JavaScript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</a:rPr>
              <a:t> uses </a:t>
            </a:r>
            <a:r>
              <a:rPr lang="en-US" altLang="en-US" sz="2000" b="1" dirty="0" err="1">
                <a:solidFill>
                  <a:schemeClr val="bg2">
                    <a:lumMod val="1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npm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</a:rPr>
              <a:t> for package management, </a:t>
            </a:r>
            <a:r>
              <a:rPr lang="en-US" altLang="en-US" sz="2000" b="1" dirty="0">
                <a:solidFill>
                  <a:schemeClr val="bg2">
                    <a:lumMod val="1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Ruby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</a:rPr>
              <a:t> uses </a:t>
            </a:r>
            <a:r>
              <a:rPr lang="en-US" altLang="en-US" sz="2000" b="1" dirty="0">
                <a:solidFill>
                  <a:schemeClr val="bg2">
                    <a:lumMod val="1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gem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</a:rPr>
              <a:t>, and 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</a:t>
            </a:r>
            <a:r>
              <a:rPr lang="en-US" altLang="en-US" sz="2000" b="1" dirty="0">
                <a:solidFill>
                  <a:schemeClr val="bg2">
                    <a:lumMod val="1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</a:rPr>
              <a:t> use </a:t>
            </a:r>
            <a:r>
              <a:rPr lang="en-US" altLang="en-US" sz="2000" b="1" dirty="0">
                <a:solidFill>
                  <a:schemeClr val="bg2">
                    <a:lumMod val="10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NuGet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</a:rPr>
              <a:t>. In </a:t>
            </a:r>
            <a:r>
              <a:rPr lang="en-US" altLang="en-US" sz="2000" b="1" dirty="0">
                <a:solidFill>
                  <a:schemeClr val="bg2">
                    <a:lumMod val="10000"/>
                  </a:schemeClr>
                </a:solidFill>
              </a:rPr>
              <a:t>Python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</a:rPr>
              <a:t>, </a:t>
            </a:r>
            <a:r>
              <a:rPr lang="en-US" altLang="en-US" sz="2000" b="1" dirty="0">
                <a:solidFill>
                  <a:schemeClr val="bg2">
                    <a:lumMod val="10000"/>
                  </a:schemeClr>
                </a:solidFill>
              </a:rPr>
              <a:t>pip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</a:rPr>
              <a:t> has become the standard package manager. </a:t>
            </a:r>
          </a:p>
        </p:txBody>
      </p:sp>
    </p:spTree>
    <p:extLst>
      <p:ext uri="{BB962C8B-B14F-4D97-AF65-F5344CB8AC3E}">
        <p14:creationId xmlns:p14="http://schemas.microsoft.com/office/powerpoint/2010/main" val="2164549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/>
          </a:bodyPr>
          <a:lstStyle/>
          <a:p>
            <a:r>
              <a:rPr lang="en-US" sz="3600" dirty="0"/>
              <a:t>How to check and install PIP?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954079" y="2395580"/>
            <a:ext cx="1069948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To check the pip is install in your PC write the following commands.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61F62B-DBD1-43FD-89F8-6DBFC1634E75}"/>
              </a:ext>
            </a:extLst>
          </p:cNvPr>
          <p:cNvSpPr txBox="1"/>
          <p:nvPr/>
        </p:nvSpPr>
        <p:spPr>
          <a:xfrm>
            <a:off x="1051064" y="3087373"/>
            <a:ext cx="6568936" cy="120032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(check the version of PIP)</a:t>
            </a:r>
          </a:p>
          <a:p>
            <a:endParaRPr lang="en-US" sz="24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 pip --version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29CC7F-3345-44D8-B00B-E97E68B768AC}"/>
              </a:ext>
            </a:extLst>
          </p:cNvPr>
          <p:cNvSpPr txBox="1"/>
          <p:nvPr/>
        </p:nvSpPr>
        <p:spPr>
          <a:xfrm>
            <a:off x="954079" y="4609052"/>
            <a:ext cx="108499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If you do not have PIP installed, you can download and install it from this page:</a:t>
            </a:r>
          </a:p>
          <a:p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sz="2000" i="0" dirty="0">
                <a:solidFill>
                  <a:srgbClr val="0070C0"/>
                </a:solidFill>
                <a:effectLst/>
                <a:latin typeface="Verdan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https://pypi.org/project/pip/</a:t>
            </a: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557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848029" cy="767686"/>
          </a:xfrm>
        </p:spPr>
        <p:txBody>
          <a:bodyPr>
            <a:normAutofit/>
          </a:bodyPr>
          <a:lstStyle/>
          <a:p>
            <a:r>
              <a:rPr lang="en-US" sz="3600" dirty="0"/>
              <a:t>How to download package using PIP?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954079" y="2395580"/>
            <a:ext cx="1069948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Open the command line interface and tell PIP to download the package you want.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61F62B-DBD1-43FD-89F8-6DBFC1634E75}"/>
              </a:ext>
            </a:extLst>
          </p:cNvPr>
          <p:cNvSpPr txBox="1"/>
          <p:nvPr/>
        </p:nvSpPr>
        <p:spPr>
          <a:xfrm>
            <a:off x="1051064" y="3212066"/>
            <a:ext cx="6568936" cy="120032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install the package using PIP</a:t>
            </a:r>
            <a:r>
              <a:rPr lang="en-US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sz="24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 pip 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install 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camelcase</a:t>
            </a:r>
            <a:endParaRPr lang="en-US" sz="24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A197B5-4B09-4A7D-9D65-8020C49CE5F2}"/>
              </a:ext>
            </a:extLst>
          </p:cNvPr>
          <p:cNvSpPr txBox="1"/>
          <p:nvPr/>
        </p:nvSpPr>
        <p:spPr>
          <a:xfrm>
            <a:off x="954079" y="4872289"/>
            <a:ext cx="8550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Now you have downloaded and installed your first package!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892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848029" cy="767686"/>
          </a:xfrm>
        </p:spPr>
        <p:txBody>
          <a:bodyPr>
            <a:normAutofit/>
          </a:bodyPr>
          <a:lstStyle/>
          <a:p>
            <a:r>
              <a:rPr lang="en-US" sz="3600" dirty="0"/>
              <a:t>Using a package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954079" y="2395580"/>
            <a:ext cx="1069948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Once the package is installed, it is ready to use.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09B012-AF4B-4200-B188-11B916B3B8F9}"/>
              </a:ext>
            </a:extLst>
          </p:cNvPr>
          <p:cNvSpPr txBox="1"/>
          <p:nvPr/>
        </p:nvSpPr>
        <p:spPr>
          <a:xfrm>
            <a:off x="1064919" y="3146607"/>
            <a:ext cx="4781699" cy="2585323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import the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camelcase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library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camelcase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camelcase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CamelCase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world"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convert text to </a:t>
            </a:r>
            <a:r>
              <a:rPr lang="en-US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camelcase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hump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35B6F2-95F2-49BC-91DE-D1830A78B4DB}"/>
              </a:ext>
            </a:extLst>
          </p:cNvPr>
          <p:cNvSpPr txBox="1"/>
          <p:nvPr/>
        </p:nvSpPr>
        <p:spPr>
          <a:xfrm>
            <a:off x="6847342" y="3962214"/>
            <a:ext cx="3505198" cy="95410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Find more packages at :</a:t>
            </a: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sz="2000" b="0" i="0" dirty="0">
                <a:solidFill>
                  <a:srgbClr val="0070C0"/>
                </a:solidFill>
                <a:effectLst/>
                <a:latin typeface="Verdan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https://pypi.org/</a:t>
            </a: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079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848029" cy="767686"/>
          </a:xfrm>
        </p:spPr>
        <p:txBody>
          <a:bodyPr>
            <a:normAutofit/>
          </a:bodyPr>
          <a:lstStyle/>
          <a:p>
            <a:r>
              <a:rPr lang="en-US" sz="3600" dirty="0"/>
              <a:t>How to Remove Packages?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954078" y="2395580"/>
            <a:ext cx="9398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Once 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</a:rPr>
              <a:t>Use the </a:t>
            </a:r>
            <a:r>
              <a:rPr lang="en-US" altLang="en-US" sz="2000" b="1" dirty="0">
                <a:solidFill>
                  <a:schemeClr val="bg2">
                    <a:lumMod val="10000"/>
                  </a:schemeClr>
                </a:solidFill>
              </a:rPr>
              <a:t>uninstall</a:t>
            </a:r>
            <a:r>
              <a:rPr lang="en-US" altLang="en-US" sz="2000" dirty="0">
                <a:solidFill>
                  <a:schemeClr val="bg2">
                    <a:lumMod val="10000"/>
                  </a:schemeClr>
                </a:solidFill>
              </a:rPr>
              <a:t> command to remove a package: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AE30DB-5206-4A3C-9DC1-95E984F5F9CE}"/>
              </a:ext>
            </a:extLst>
          </p:cNvPr>
          <p:cNvSpPr txBox="1"/>
          <p:nvPr/>
        </p:nvSpPr>
        <p:spPr>
          <a:xfrm>
            <a:off x="1051063" y="3212066"/>
            <a:ext cx="7705009" cy="120032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(Remove the package usin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g “</a:t>
            </a:r>
            <a:r>
              <a:rPr lang="en-US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unistall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” word</a:t>
            </a:r>
            <a:r>
              <a:rPr lang="en-US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US" sz="24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 pip uninstall </a:t>
            </a:r>
            <a:r>
              <a:rPr lang="en-US" sz="24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camelcase</a:t>
            </a:r>
            <a:endParaRPr lang="en-US" sz="24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575E17-E89C-473E-B718-61E33A3D8437}"/>
              </a:ext>
            </a:extLst>
          </p:cNvPr>
          <p:cNvSpPr txBox="1"/>
          <p:nvPr/>
        </p:nvSpPr>
        <p:spPr>
          <a:xfrm>
            <a:off x="954079" y="4828771"/>
            <a:ext cx="9810903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The PIP will prompt you are you sure want to remove the package.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Hit “Yes” if you want to remove or hit “No”.</a:t>
            </a:r>
            <a:endParaRPr lang="en-US" altLang="en-US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777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848029" cy="767686"/>
          </a:xfrm>
        </p:spPr>
        <p:txBody>
          <a:bodyPr>
            <a:normAutofit/>
          </a:bodyPr>
          <a:lstStyle/>
          <a:p>
            <a:r>
              <a:rPr lang="en-US" sz="3600" dirty="0"/>
              <a:t>List of packages in PIP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954078" y="2395580"/>
            <a:ext cx="9398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Use the list command to list all the packages installed on your system. </a:t>
            </a:r>
            <a:endParaRPr lang="en-US" altLang="en-US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AE30DB-5206-4A3C-9DC1-95E984F5F9CE}"/>
              </a:ext>
            </a:extLst>
          </p:cNvPr>
          <p:cNvSpPr txBox="1"/>
          <p:nvPr/>
        </p:nvSpPr>
        <p:spPr>
          <a:xfrm>
            <a:off x="1051063" y="3212066"/>
            <a:ext cx="8106792" cy="120032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(show all the packages when I was installed)</a:t>
            </a:r>
          </a:p>
          <a:p>
            <a:endParaRPr lang="en-US" sz="2400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&gt;&gt;&gt; pip list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575E17-E89C-473E-B718-61E33A3D8437}"/>
              </a:ext>
            </a:extLst>
          </p:cNvPr>
          <p:cNvSpPr txBox="1"/>
          <p:nvPr/>
        </p:nvSpPr>
        <p:spPr>
          <a:xfrm>
            <a:off x="954079" y="4828771"/>
            <a:ext cx="9810903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This will show all the list of package that you have installed previously.</a:t>
            </a:r>
            <a:endParaRPr lang="en-US" altLang="en-US" sz="20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625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848029" cy="767686"/>
          </a:xfrm>
        </p:spPr>
        <p:txBody>
          <a:bodyPr>
            <a:normAutofit/>
          </a:bodyPr>
          <a:lstStyle/>
          <a:p>
            <a:r>
              <a:rPr lang="en-US" sz="3600" dirty="0"/>
              <a:t>Screen shot of all the list of packages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8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7A4323-3984-455B-B478-861BB4944F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057" y="2484916"/>
            <a:ext cx="3829819" cy="3915883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803470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2DE0D62-AAD7-4D50-AD06-F7CC05D96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2912" y="2862483"/>
            <a:ext cx="8666175" cy="1133033"/>
          </a:xfrm>
        </p:spPr>
        <p:txBody>
          <a:bodyPr/>
          <a:lstStyle/>
          <a:p>
            <a:pPr algn="ctr"/>
            <a:r>
              <a:rPr lang="en-US" sz="7200" dirty="0"/>
              <a:t>Thanks for Reading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991412-8677-443B-AE2D-B256FF39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460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1589</TotalTime>
  <Words>390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Rounded MT Bold</vt:lpstr>
      <vt:lpstr>Calibri</vt:lpstr>
      <vt:lpstr>Century Gothic</vt:lpstr>
      <vt:lpstr>Consolas</vt:lpstr>
      <vt:lpstr>Verdana</vt:lpstr>
      <vt:lpstr>Wingdings 3</vt:lpstr>
      <vt:lpstr>Ion Boardroom</vt:lpstr>
      <vt:lpstr>Part 14  PIP in Python</vt:lpstr>
      <vt:lpstr>What is PIP in Python?</vt:lpstr>
      <vt:lpstr>How to check and install PIP?</vt:lpstr>
      <vt:lpstr>How to download package using PIP?</vt:lpstr>
      <vt:lpstr>Using a package</vt:lpstr>
      <vt:lpstr>How to Remove Packages?</vt:lpstr>
      <vt:lpstr>List of packages in PIP</vt:lpstr>
      <vt:lpstr>Screen shot of all the list of packages</vt:lpstr>
      <vt:lpstr>Thanks for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Babar Ali</dc:creator>
  <cp:lastModifiedBy>Babar Ali</cp:lastModifiedBy>
  <cp:revision>1174</cp:revision>
  <dcterms:created xsi:type="dcterms:W3CDTF">2021-12-18T06:39:36Z</dcterms:created>
  <dcterms:modified xsi:type="dcterms:W3CDTF">2022-01-29T10:12:24Z</dcterms:modified>
</cp:coreProperties>
</file>