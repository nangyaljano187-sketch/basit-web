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9"/>
  </p:notesMasterIdLst>
  <p:sldIdLst>
    <p:sldId id="256" r:id="rId2"/>
    <p:sldId id="279" r:id="rId3"/>
    <p:sldId id="280" r:id="rId4"/>
    <p:sldId id="281" r:id="rId5"/>
    <p:sldId id="285" r:id="rId6"/>
    <p:sldId id="286" r:id="rId7"/>
    <p:sldId id="287" r:id="rId8"/>
    <p:sldId id="288" r:id="rId9"/>
    <p:sldId id="289" r:id="rId10"/>
    <p:sldId id="290" r:id="rId11"/>
    <p:sldId id="293" r:id="rId12"/>
    <p:sldId id="291" r:id="rId13"/>
    <p:sldId id="282" r:id="rId14"/>
    <p:sldId id="283" r:id="rId15"/>
    <p:sldId id="284" r:id="rId16"/>
    <p:sldId id="292" r:id="rId17"/>
    <p:sldId id="26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EF9271-2915-48CC-A298-C4CF941CE31E}" type="doc">
      <dgm:prSet loTypeId="urn:microsoft.com/office/officeart/2005/8/layout/process1" loCatId="process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32548E-28D8-4A2B-9A0E-C7896259F7B1}">
      <dgm:prSet phldrT="[Text]"/>
      <dgm:spPr/>
      <dgm:t>
        <a:bodyPr/>
        <a:lstStyle/>
        <a:p>
          <a:r>
            <a:rPr lang="en-US" dirty="0"/>
            <a:t>Upper case</a:t>
          </a:r>
        </a:p>
      </dgm:t>
    </dgm:pt>
    <dgm:pt modelId="{A08F8398-219D-4870-BDE6-6A02EB98EAC6}" type="parTrans" cxnId="{3D9D9586-6F46-4615-AC4D-082D2705C447}">
      <dgm:prSet/>
      <dgm:spPr/>
      <dgm:t>
        <a:bodyPr/>
        <a:lstStyle/>
        <a:p>
          <a:endParaRPr lang="en-US"/>
        </a:p>
      </dgm:t>
    </dgm:pt>
    <dgm:pt modelId="{1A542923-4E11-43C8-9E7E-0260AF37F4F9}" type="sibTrans" cxnId="{3D9D9586-6F46-4615-AC4D-082D2705C447}">
      <dgm:prSet/>
      <dgm:spPr/>
      <dgm:t>
        <a:bodyPr/>
        <a:lstStyle/>
        <a:p>
          <a:endParaRPr lang="en-US"/>
        </a:p>
      </dgm:t>
    </dgm:pt>
    <dgm:pt modelId="{0DA48655-7B9A-4264-B5A5-CF1FB4C75AE1}">
      <dgm:prSet phldrT="[Text]"/>
      <dgm:spPr/>
      <dgm:t>
        <a:bodyPr/>
        <a:lstStyle/>
        <a:p>
          <a:r>
            <a:rPr lang="en-US" dirty="0"/>
            <a:t>Lower case</a:t>
          </a:r>
        </a:p>
      </dgm:t>
    </dgm:pt>
    <dgm:pt modelId="{101040FF-4B21-4D0A-9A3F-26D0A4E29FC4}" type="parTrans" cxnId="{A06DA5FE-FF7F-48C1-AF54-7EA6AEDF28B2}">
      <dgm:prSet/>
      <dgm:spPr/>
      <dgm:t>
        <a:bodyPr/>
        <a:lstStyle/>
        <a:p>
          <a:endParaRPr lang="en-US"/>
        </a:p>
      </dgm:t>
    </dgm:pt>
    <dgm:pt modelId="{4D7986A0-3032-41EC-AF7C-DFB03BE77FA3}" type="sibTrans" cxnId="{A06DA5FE-FF7F-48C1-AF54-7EA6AEDF28B2}">
      <dgm:prSet/>
      <dgm:spPr/>
      <dgm:t>
        <a:bodyPr/>
        <a:lstStyle/>
        <a:p>
          <a:endParaRPr lang="en-US"/>
        </a:p>
      </dgm:t>
    </dgm:pt>
    <dgm:pt modelId="{D8D69241-88AE-4411-A947-E07495AFE0FF}">
      <dgm:prSet phldrT="[Text]"/>
      <dgm:spPr/>
      <dgm:t>
        <a:bodyPr/>
        <a:lstStyle/>
        <a:p>
          <a:r>
            <a:rPr lang="en-US" dirty="0"/>
            <a:t>Remove whitespace</a:t>
          </a:r>
        </a:p>
      </dgm:t>
    </dgm:pt>
    <dgm:pt modelId="{5F4A4F26-AA93-43F8-B6AE-B09247F81506}" type="parTrans" cxnId="{A5D4ADD9-92FD-4FB1-82FF-A56389BCEF37}">
      <dgm:prSet/>
      <dgm:spPr/>
      <dgm:t>
        <a:bodyPr/>
        <a:lstStyle/>
        <a:p>
          <a:endParaRPr lang="en-US"/>
        </a:p>
      </dgm:t>
    </dgm:pt>
    <dgm:pt modelId="{84E5F343-E7A9-4A73-8094-A576AB85265F}" type="sibTrans" cxnId="{A5D4ADD9-92FD-4FB1-82FF-A56389BCEF37}">
      <dgm:prSet/>
      <dgm:spPr/>
      <dgm:t>
        <a:bodyPr/>
        <a:lstStyle/>
        <a:p>
          <a:endParaRPr lang="en-US"/>
        </a:p>
      </dgm:t>
    </dgm:pt>
    <dgm:pt modelId="{D7FFCD76-A407-4A2C-B805-16D3CFAAAA7B}">
      <dgm:prSet phldrT="[Text]"/>
      <dgm:spPr/>
      <dgm:t>
        <a:bodyPr/>
        <a:lstStyle/>
        <a:p>
          <a:r>
            <a:rPr lang="en-US" dirty="0"/>
            <a:t>Replace string</a:t>
          </a:r>
        </a:p>
      </dgm:t>
    </dgm:pt>
    <dgm:pt modelId="{15474B74-3F6E-4FED-BB6F-EF3B1A86A13D}" type="parTrans" cxnId="{2ED3B51B-FCC3-4A2C-B8CD-A24D4EE43F81}">
      <dgm:prSet/>
      <dgm:spPr/>
      <dgm:t>
        <a:bodyPr/>
        <a:lstStyle/>
        <a:p>
          <a:endParaRPr lang="en-US"/>
        </a:p>
      </dgm:t>
    </dgm:pt>
    <dgm:pt modelId="{C8657974-88A8-4C22-AC3C-2760949220D4}" type="sibTrans" cxnId="{2ED3B51B-FCC3-4A2C-B8CD-A24D4EE43F81}">
      <dgm:prSet/>
      <dgm:spPr/>
      <dgm:t>
        <a:bodyPr/>
        <a:lstStyle/>
        <a:p>
          <a:endParaRPr lang="en-US"/>
        </a:p>
      </dgm:t>
    </dgm:pt>
    <dgm:pt modelId="{F1DB09B3-4E1D-4F6D-BD91-08EF404D17AC}">
      <dgm:prSet phldrT="[Text]"/>
      <dgm:spPr/>
      <dgm:t>
        <a:bodyPr/>
        <a:lstStyle/>
        <a:p>
          <a:r>
            <a:rPr lang="en-US" dirty="0"/>
            <a:t>Split string</a:t>
          </a:r>
        </a:p>
      </dgm:t>
    </dgm:pt>
    <dgm:pt modelId="{48574DA7-4E4E-40F7-A1F9-1AC457315C5E}" type="parTrans" cxnId="{F0801BA7-D2EA-4C11-B674-2201DCB64446}">
      <dgm:prSet/>
      <dgm:spPr/>
      <dgm:t>
        <a:bodyPr/>
        <a:lstStyle/>
        <a:p>
          <a:endParaRPr lang="en-US"/>
        </a:p>
      </dgm:t>
    </dgm:pt>
    <dgm:pt modelId="{560BB090-EF2D-4680-B6DA-572C399395A9}" type="sibTrans" cxnId="{F0801BA7-D2EA-4C11-B674-2201DCB64446}">
      <dgm:prSet/>
      <dgm:spPr/>
      <dgm:t>
        <a:bodyPr/>
        <a:lstStyle/>
        <a:p>
          <a:endParaRPr lang="en-US"/>
        </a:p>
      </dgm:t>
    </dgm:pt>
    <dgm:pt modelId="{006BE7B9-9C1F-4E31-AA24-2639EE40069F}" type="pres">
      <dgm:prSet presAssocID="{77EF9271-2915-48CC-A298-C4CF941CE31E}" presName="Name0" presStyleCnt="0">
        <dgm:presLayoutVars>
          <dgm:dir/>
          <dgm:resizeHandles val="exact"/>
        </dgm:presLayoutVars>
      </dgm:prSet>
      <dgm:spPr/>
    </dgm:pt>
    <dgm:pt modelId="{2E5A2796-4906-4E34-86C9-4D43D4AB7204}" type="pres">
      <dgm:prSet presAssocID="{0E32548E-28D8-4A2B-9A0E-C7896259F7B1}" presName="node" presStyleLbl="node1" presStyleIdx="0" presStyleCnt="5">
        <dgm:presLayoutVars>
          <dgm:bulletEnabled val="1"/>
        </dgm:presLayoutVars>
      </dgm:prSet>
      <dgm:spPr/>
    </dgm:pt>
    <dgm:pt modelId="{6D381B03-CF98-4CA0-8BB9-A20E058CF1E5}" type="pres">
      <dgm:prSet presAssocID="{1A542923-4E11-43C8-9E7E-0260AF37F4F9}" presName="sibTrans" presStyleLbl="sibTrans2D1" presStyleIdx="0" presStyleCnt="4"/>
      <dgm:spPr/>
    </dgm:pt>
    <dgm:pt modelId="{923095C2-B40D-4B87-B5AA-1DB856A8BD91}" type="pres">
      <dgm:prSet presAssocID="{1A542923-4E11-43C8-9E7E-0260AF37F4F9}" presName="connectorText" presStyleLbl="sibTrans2D1" presStyleIdx="0" presStyleCnt="4"/>
      <dgm:spPr/>
    </dgm:pt>
    <dgm:pt modelId="{8F7BD6FC-1194-4889-A1DB-8BC13A4E628C}" type="pres">
      <dgm:prSet presAssocID="{0DA48655-7B9A-4264-B5A5-CF1FB4C75AE1}" presName="node" presStyleLbl="node1" presStyleIdx="1" presStyleCnt="5">
        <dgm:presLayoutVars>
          <dgm:bulletEnabled val="1"/>
        </dgm:presLayoutVars>
      </dgm:prSet>
      <dgm:spPr/>
    </dgm:pt>
    <dgm:pt modelId="{69A9806E-8E44-43FA-8364-CF63540ACCD5}" type="pres">
      <dgm:prSet presAssocID="{4D7986A0-3032-41EC-AF7C-DFB03BE77FA3}" presName="sibTrans" presStyleLbl="sibTrans2D1" presStyleIdx="1" presStyleCnt="4"/>
      <dgm:spPr/>
    </dgm:pt>
    <dgm:pt modelId="{21896D7E-A446-4CC5-8280-4CAA691C4091}" type="pres">
      <dgm:prSet presAssocID="{4D7986A0-3032-41EC-AF7C-DFB03BE77FA3}" presName="connectorText" presStyleLbl="sibTrans2D1" presStyleIdx="1" presStyleCnt="4"/>
      <dgm:spPr/>
    </dgm:pt>
    <dgm:pt modelId="{DAECB221-DCEF-4157-9F08-BDC99D5A88B0}" type="pres">
      <dgm:prSet presAssocID="{D8D69241-88AE-4411-A947-E07495AFE0FF}" presName="node" presStyleLbl="node1" presStyleIdx="2" presStyleCnt="5" custLinFactNeighborX="2222">
        <dgm:presLayoutVars>
          <dgm:bulletEnabled val="1"/>
        </dgm:presLayoutVars>
      </dgm:prSet>
      <dgm:spPr/>
    </dgm:pt>
    <dgm:pt modelId="{C24D267C-7DCE-4538-9CCD-7B2AD2021DC2}" type="pres">
      <dgm:prSet presAssocID="{84E5F343-E7A9-4A73-8094-A576AB85265F}" presName="sibTrans" presStyleLbl="sibTrans2D1" presStyleIdx="2" presStyleCnt="4"/>
      <dgm:spPr/>
    </dgm:pt>
    <dgm:pt modelId="{432A2DC6-D789-4144-BE42-15A0BE584276}" type="pres">
      <dgm:prSet presAssocID="{84E5F343-E7A9-4A73-8094-A576AB85265F}" presName="connectorText" presStyleLbl="sibTrans2D1" presStyleIdx="2" presStyleCnt="4"/>
      <dgm:spPr/>
    </dgm:pt>
    <dgm:pt modelId="{1B4BEDE6-F917-4509-BBF6-3E56D0E05BA6}" type="pres">
      <dgm:prSet presAssocID="{D7FFCD76-A407-4A2C-B805-16D3CFAAAA7B}" presName="node" presStyleLbl="node1" presStyleIdx="3" presStyleCnt="5">
        <dgm:presLayoutVars>
          <dgm:bulletEnabled val="1"/>
        </dgm:presLayoutVars>
      </dgm:prSet>
      <dgm:spPr/>
    </dgm:pt>
    <dgm:pt modelId="{C43635B0-1666-441C-8123-86BBF11BEA6D}" type="pres">
      <dgm:prSet presAssocID="{C8657974-88A8-4C22-AC3C-2760949220D4}" presName="sibTrans" presStyleLbl="sibTrans2D1" presStyleIdx="3" presStyleCnt="4"/>
      <dgm:spPr/>
    </dgm:pt>
    <dgm:pt modelId="{3DB85872-2B07-48CD-94FD-711170DA5983}" type="pres">
      <dgm:prSet presAssocID="{C8657974-88A8-4C22-AC3C-2760949220D4}" presName="connectorText" presStyleLbl="sibTrans2D1" presStyleIdx="3" presStyleCnt="4"/>
      <dgm:spPr/>
    </dgm:pt>
    <dgm:pt modelId="{739EFDD1-08DD-4DF0-BA47-00213AA853F2}" type="pres">
      <dgm:prSet presAssocID="{F1DB09B3-4E1D-4F6D-BD91-08EF404D17AC}" presName="node" presStyleLbl="node1" presStyleIdx="4" presStyleCnt="5">
        <dgm:presLayoutVars>
          <dgm:bulletEnabled val="1"/>
        </dgm:presLayoutVars>
      </dgm:prSet>
      <dgm:spPr/>
    </dgm:pt>
  </dgm:ptLst>
  <dgm:cxnLst>
    <dgm:cxn modelId="{ECE0E710-D8F1-448A-9E1F-94A298963A53}" type="presOf" srcId="{4D7986A0-3032-41EC-AF7C-DFB03BE77FA3}" destId="{69A9806E-8E44-43FA-8364-CF63540ACCD5}" srcOrd="0" destOrd="0" presId="urn:microsoft.com/office/officeart/2005/8/layout/process1"/>
    <dgm:cxn modelId="{2ED3B51B-FCC3-4A2C-B8CD-A24D4EE43F81}" srcId="{77EF9271-2915-48CC-A298-C4CF941CE31E}" destId="{D7FFCD76-A407-4A2C-B805-16D3CFAAAA7B}" srcOrd="3" destOrd="0" parTransId="{15474B74-3F6E-4FED-BB6F-EF3B1A86A13D}" sibTransId="{C8657974-88A8-4C22-AC3C-2760949220D4}"/>
    <dgm:cxn modelId="{43D64F21-7232-45F7-8787-CF693DBF9F98}" type="presOf" srcId="{F1DB09B3-4E1D-4F6D-BD91-08EF404D17AC}" destId="{739EFDD1-08DD-4DF0-BA47-00213AA853F2}" srcOrd="0" destOrd="0" presId="urn:microsoft.com/office/officeart/2005/8/layout/process1"/>
    <dgm:cxn modelId="{FFC0B828-5946-4102-A00E-ECEFFECEABF8}" type="presOf" srcId="{0DA48655-7B9A-4264-B5A5-CF1FB4C75AE1}" destId="{8F7BD6FC-1194-4889-A1DB-8BC13A4E628C}" srcOrd="0" destOrd="0" presId="urn:microsoft.com/office/officeart/2005/8/layout/process1"/>
    <dgm:cxn modelId="{D91D5C43-84B8-41E2-B2C2-0B791ACF9D6E}" type="presOf" srcId="{C8657974-88A8-4C22-AC3C-2760949220D4}" destId="{3DB85872-2B07-48CD-94FD-711170DA5983}" srcOrd="1" destOrd="0" presId="urn:microsoft.com/office/officeart/2005/8/layout/process1"/>
    <dgm:cxn modelId="{747FFE55-6478-4979-9FAA-B2A9CCC528C1}" type="presOf" srcId="{0E32548E-28D8-4A2B-9A0E-C7896259F7B1}" destId="{2E5A2796-4906-4E34-86C9-4D43D4AB7204}" srcOrd="0" destOrd="0" presId="urn:microsoft.com/office/officeart/2005/8/layout/process1"/>
    <dgm:cxn modelId="{3DD3637A-A590-4ED1-A77A-160B7015A475}" type="presOf" srcId="{1A542923-4E11-43C8-9E7E-0260AF37F4F9}" destId="{6D381B03-CF98-4CA0-8BB9-A20E058CF1E5}" srcOrd="0" destOrd="0" presId="urn:microsoft.com/office/officeart/2005/8/layout/process1"/>
    <dgm:cxn modelId="{3D9D9586-6F46-4615-AC4D-082D2705C447}" srcId="{77EF9271-2915-48CC-A298-C4CF941CE31E}" destId="{0E32548E-28D8-4A2B-9A0E-C7896259F7B1}" srcOrd="0" destOrd="0" parTransId="{A08F8398-219D-4870-BDE6-6A02EB98EAC6}" sibTransId="{1A542923-4E11-43C8-9E7E-0260AF37F4F9}"/>
    <dgm:cxn modelId="{F8DE618B-B723-4218-9F7D-4B97B91EDBCD}" type="presOf" srcId="{D8D69241-88AE-4411-A947-E07495AFE0FF}" destId="{DAECB221-DCEF-4157-9F08-BDC99D5A88B0}" srcOrd="0" destOrd="0" presId="urn:microsoft.com/office/officeart/2005/8/layout/process1"/>
    <dgm:cxn modelId="{A7AF9D8B-8826-4C6F-951D-64F98ABEACC9}" type="presOf" srcId="{84E5F343-E7A9-4A73-8094-A576AB85265F}" destId="{C24D267C-7DCE-4538-9CCD-7B2AD2021DC2}" srcOrd="0" destOrd="0" presId="urn:microsoft.com/office/officeart/2005/8/layout/process1"/>
    <dgm:cxn modelId="{B26BA492-E3A5-4D29-957A-9E775214D401}" type="presOf" srcId="{1A542923-4E11-43C8-9E7E-0260AF37F4F9}" destId="{923095C2-B40D-4B87-B5AA-1DB856A8BD91}" srcOrd="1" destOrd="0" presId="urn:microsoft.com/office/officeart/2005/8/layout/process1"/>
    <dgm:cxn modelId="{42AF2AA0-2D97-4A8E-A872-D0297321C1D9}" type="presOf" srcId="{4D7986A0-3032-41EC-AF7C-DFB03BE77FA3}" destId="{21896D7E-A446-4CC5-8280-4CAA691C4091}" srcOrd="1" destOrd="0" presId="urn:microsoft.com/office/officeart/2005/8/layout/process1"/>
    <dgm:cxn modelId="{F0801BA7-D2EA-4C11-B674-2201DCB64446}" srcId="{77EF9271-2915-48CC-A298-C4CF941CE31E}" destId="{F1DB09B3-4E1D-4F6D-BD91-08EF404D17AC}" srcOrd="4" destOrd="0" parTransId="{48574DA7-4E4E-40F7-A1F9-1AC457315C5E}" sibTransId="{560BB090-EF2D-4680-B6DA-572C399395A9}"/>
    <dgm:cxn modelId="{57D39CB2-746E-49F2-89A0-0BE6345E5CA1}" type="presOf" srcId="{77EF9271-2915-48CC-A298-C4CF941CE31E}" destId="{006BE7B9-9C1F-4E31-AA24-2639EE40069F}" srcOrd="0" destOrd="0" presId="urn:microsoft.com/office/officeart/2005/8/layout/process1"/>
    <dgm:cxn modelId="{001A13D4-85E6-40CC-8ABB-28F7F4ADD1B1}" type="presOf" srcId="{D7FFCD76-A407-4A2C-B805-16D3CFAAAA7B}" destId="{1B4BEDE6-F917-4509-BBF6-3E56D0E05BA6}" srcOrd="0" destOrd="0" presId="urn:microsoft.com/office/officeart/2005/8/layout/process1"/>
    <dgm:cxn modelId="{A5D4ADD9-92FD-4FB1-82FF-A56389BCEF37}" srcId="{77EF9271-2915-48CC-A298-C4CF941CE31E}" destId="{D8D69241-88AE-4411-A947-E07495AFE0FF}" srcOrd="2" destOrd="0" parTransId="{5F4A4F26-AA93-43F8-B6AE-B09247F81506}" sibTransId="{84E5F343-E7A9-4A73-8094-A576AB85265F}"/>
    <dgm:cxn modelId="{8976ABF8-E887-4F7B-AFB2-B85C65388FE7}" type="presOf" srcId="{84E5F343-E7A9-4A73-8094-A576AB85265F}" destId="{432A2DC6-D789-4144-BE42-15A0BE584276}" srcOrd="1" destOrd="0" presId="urn:microsoft.com/office/officeart/2005/8/layout/process1"/>
    <dgm:cxn modelId="{A06DA5FE-FF7F-48C1-AF54-7EA6AEDF28B2}" srcId="{77EF9271-2915-48CC-A298-C4CF941CE31E}" destId="{0DA48655-7B9A-4264-B5A5-CF1FB4C75AE1}" srcOrd="1" destOrd="0" parTransId="{101040FF-4B21-4D0A-9A3F-26D0A4E29FC4}" sibTransId="{4D7986A0-3032-41EC-AF7C-DFB03BE77FA3}"/>
    <dgm:cxn modelId="{04C4F7FE-9626-49CB-9F9E-24C4228F1BAF}" type="presOf" srcId="{C8657974-88A8-4C22-AC3C-2760949220D4}" destId="{C43635B0-1666-441C-8123-86BBF11BEA6D}" srcOrd="0" destOrd="0" presId="urn:microsoft.com/office/officeart/2005/8/layout/process1"/>
    <dgm:cxn modelId="{500C9FC5-B010-4E12-BA2C-B5FC65871CD3}" type="presParOf" srcId="{006BE7B9-9C1F-4E31-AA24-2639EE40069F}" destId="{2E5A2796-4906-4E34-86C9-4D43D4AB7204}" srcOrd="0" destOrd="0" presId="urn:microsoft.com/office/officeart/2005/8/layout/process1"/>
    <dgm:cxn modelId="{50094DB7-9805-4147-8E3F-A2D653D66F0F}" type="presParOf" srcId="{006BE7B9-9C1F-4E31-AA24-2639EE40069F}" destId="{6D381B03-CF98-4CA0-8BB9-A20E058CF1E5}" srcOrd="1" destOrd="0" presId="urn:microsoft.com/office/officeart/2005/8/layout/process1"/>
    <dgm:cxn modelId="{E954DFAD-2C92-4101-9FB2-FD290238960B}" type="presParOf" srcId="{6D381B03-CF98-4CA0-8BB9-A20E058CF1E5}" destId="{923095C2-B40D-4B87-B5AA-1DB856A8BD91}" srcOrd="0" destOrd="0" presId="urn:microsoft.com/office/officeart/2005/8/layout/process1"/>
    <dgm:cxn modelId="{38975A34-493D-4EAB-BDA9-A369CC675A56}" type="presParOf" srcId="{006BE7B9-9C1F-4E31-AA24-2639EE40069F}" destId="{8F7BD6FC-1194-4889-A1DB-8BC13A4E628C}" srcOrd="2" destOrd="0" presId="urn:microsoft.com/office/officeart/2005/8/layout/process1"/>
    <dgm:cxn modelId="{2D0506C3-5093-48F2-A70C-0F06407E85BC}" type="presParOf" srcId="{006BE7B9-9C1F-4E31-AA24-2639EE40069F}" destId="{69A9806E-8E44-43FA-8364-CF63540ACCD5}" srcOrd="3" destOrd="0" presId="urn:microsoft.com/office/officeart/2005/8/layout/process1"/>
    <dgm:cxn modelId="{0346CA3D-5714-4C5B-B724-45D9595A6242}" type="presParOf" srcId="{69A9806E-8E44-43FA-8364-CF63540ACCD5}" destId="{21896D7E-A446-4CC5-8280-4CAA691C4091}" srcOrd="0" destOrd="0" presId="urn:microsoft.com/office/officeart/2005/8/layout/process1"/>
    <dgm:cxn modelId="{9A7410D9-ED92-4A26-BCFC-D069DCD2E043}" type="presParOf" srcId="{006BE7B9-9C1F-4E31-AA24-2639EE40069F}" destId="{DAECB221-DCEF-4157-9F08-BDC99D5A88B0}" srcOrd="4" destOrd="0" presId="urn:microsoft.com/office/officeart/2005/8/layout/process1"/>
    <dgm:cxn modelId="{06AA2F91-03A9-4DA7-A2AE-A3057392375D}" type="presParOf" srcId="{006BE7B9-9C1F-4E31-AA24-2639EE40069F}" destId="{C24D267C-7DCE-4538-9CCD-7B2AD2021DC2}" srcOrd="5" destOrd="0" presId="urn:microsoft.com/office/officeart/2005/8/layout/process1"/>
    <dgm:cxn modelId="{0596F6D9-EA69-4CC1-8D8A-ECC72031F28D}" type="presParOf" srcId="{C24D267C-7DCE-4538-9CCD-7B2AD2021DC2}" destId="{432A2DC6-D789-4144-BE42-15A0BE584276}" srcOrd="0" destOrd="0" presId="urn:microsoft.com/office/officeart/2005/8/layout/process1"/>
    <dgm:cxn modelId="{E550FF8B-D750-495F-B180-75C5C363DFFD}" type="presParOf" srcId="{006BE7B9-9C1F-4E31-AA24-2639EE40069F}" destId="{1B4BEDE6-F917-4509-BBF6-3E56D0E05BA6}" srcOrd="6" destOrd="0" presId="urn:microsoft.com/office/officeart/2005/8/layout/process1"/>
    <dgm:cxn modelId="{3F041C69-1234-4DE3-BF17-3E9457ECEEB6}" type="presParOf" srcId="{006BE7B9-9C1F-4E31-AA24-2639EE40069F}" destId="{C43635B0-1666-441C-8123-86BBF11BEA6D}" srcOrd="7" destOrd="0" presId="urn:microsoft.com/office/officeart/2005/8/layout/process1"/>
    <dgm:cxn modelId="{43373CAC-4025-4FD9-80BF-3DCD12C719FF}" type="presParOf" srcId="{C43635B0-1666-441C-8123-86BBF11BEA6D}" destId="{3DB85872-2B07-48CD-94FD-711170DA5983}" srcOrd="0" destOrd="0" presId="urn:microsoft.com/office/officeart/2005/8/layout/process1"/>
    <dgm:cxn modelId="{2C9DBEA6-9630-4FD7-BF04-59B5ABDA7493}" type="presParOf" srcId="{006BE7B9-9C1F-4E31-AA24-2639EE40069F}" destId="{739EFDD1-08DD-4DF0-BA47-00213AA853F2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5A2796-4906-4E34-86C9-4D43D4AB7204}">
      <dsp:nvSpPr>
        <dsp:cNvPr id="0" name=""/>
        <dsp:cNvSpPr/>
      </dsp:nvSpPr>
      <dsp:spPr>
        <a:xfrm>
          <a:off x="5029" y="155722"/>
          <a:ext cx="1559107" cy="935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Upper case</a:t>
          </a:r>
        </a:p>
      </dsp:txBody>
      <dsp:txXfrm>
        <a:off x="32428" y="183121"/>
        <a:ext cx="1504309" cy="880666"/>
      </dsp:txXfrm>
    </dsp:sp>
    <dsp:sp modelId="{6D381B03-CF98-4CA0-8BB9-A20E058CF1E5}">
      <dsp:nvSpPr>
        <dsp:cNvPr id="0" name=""/>
        <dsp:cNvSpPr/>
      </dsp:nvSpPr>
      <dsp:spPr>
        <a:xfrm>
          <a:off x="1720047" y="430125"/>
          <a:ext cx="330530" cy="3866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720047" y="507457"/>
        <a:ext cx="231371" cy="231994"/>
      </dsp:txXfrm>
    </dsp:sp>
    <dsp:sp modelId="{8F7BD6FC-1194-4889-A1DB-8BC13A4E628C}">
      <dsp:nvSpPr>
        <dsp:cNvPr id="0" name=""/>
        <dsp:cNvSpPr/>
      </dsp:nvSpPr>
      <dsp:spPr>
        <a:xfrm>
          <a:off x="2187779" y="155722"/>
          <a:ext cx="1559107" cy="935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Lower case</a:t>
          </a:r>
        </a:p>
      </dsp:txBody>
      <dsp:txXfrm>
        <a:off x="2215178" y="183121"/>
        <a:ext cx="1504309" cy="880666"/>
      </dsp:txXfrm>
    </dsp:sp>
    <dsp:sp modelId="{69A9806E-8E44-43FA-8364-CF63540ACCD5}">
      <dsp:nvSpPr>
        <dsp:cNvPr id="0" name=""/>
        <dsp:cNvSpPr/>
      </dsp:nvSpPr>
      <dsp:spPr>
        <a:xfrm>
          <a:off x="3906261" y="430125"/>
          <a:ext cx="337875" cy="3866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906261" y="507457"/>
        <a:ext cx="236513" cy="231994"/>
      </dsp:txXfrm>
    </dsp:sp>
    <dsp:sp modelId="{DAECB221-DCEF-4157-9F08-BDC99D5A88B0}">
      <dsp:nvSpPr>
        <dsp:cNvPr id="0" name=""/>
        <dsp:cNvSpPr/>
      </dsp:nvSpPr>
      <dsp:spPr>
        <a:xfrm>
          <a:off x="4384387" y="155722"/>
          <a:ext cx="1559107" cy="935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Remove whitespace</a:t>
          </a:r>
        </a:p>
      </dsp:txBody>
      <dsp:txXfrm>
        <a:off x="4411786" y="183121"/>
        <a:ext cx="1504309" cy="880666"/>
      </dsp:txXfrm>
    </dsp:sp>
    <dsp:sp modelId="{C24D267C-7DCE-4538-9CCD-7B2AD2021DC2}">
      <dsp:nvSpPr>
        <dsp:cNvPr id="0" name=""/>
        <dsp:cNvSpPr/>
      </dsp:nvSpPr>
      <dsp:spPr>
        <a:xfrm>
          <a:off x="6095940" y="430125"/>
          <a:ext cx="323186" cy="3866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095940" y="507457"/>
        <a:ext cx="226230" cy="231994"/>
      </dsp:txXfrm>
    </dsp:sp>
    <dsp:sp modelId="{1B4BEDE6-F917-4509-BBF6-3E56D0E05BA6}">
      <dsp:nvSpPr>
        <dsp:cNvPr id="0" name=""/>
        <dsp:cNvSpPr/>
      </dsp:nvSpPr>
      <dsp:spPr>
        <a:xfrm>
          <a:off x="6553280" y="155722"/>
          <a:ext cx="1559107" cy="935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Replace string</a:t>
          </a:r>
        </a:p>
      </dsp:txBody>
      <dsp:txXfrm>
        <a:off x="6580679" y="183121"/>
        <a:ext cx="1504309" cy="880666"/>
      </dsp:txXfrm>
    </dsp:sp>
    <dsp:sp modelId="{C43635B0-1666-441C-8123-86BBF11BEA6D}">
      <dsp:nvSpPr>
        <dsp:cNvPr id="0" name=""/>
        <dsp:cNvSpPr/>
      </dsp:nvSpPr>
      <dsp:spPr>
        <a:xfrm>
          <a:off x="8268298" y="430125"/>
          <a:ext cx="330530" cy="3866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268298" y="507457"/>
        <a:ext cx="231371" cy="231994"/>
      </dsp:txXfrm>
    </dsp:sp>
    <dsp:sp modelId="{739EFDD1-08DD-4DF0-BA47-00213AA853F2}">
      <dsp:nvSpPr>
        <dsp:cNvPr id="0" name=""/>
        <dsp:cNvSpPr/>
      </dsp:nvSpPr>
      <dsp:spPr>
        <a:xfrm>
          <a:off x="8736030" y="155722"/>
          <a:ext cx="1559107" cy="935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Split string</a:t>
          </a:r>
        </a:p>
      </dsp:txBody>
      <dsp:txXfrm>
        <a:off x="8763429" y="183121"/>
        <a:ext cx="1504309" cy="8806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27AA2-C240-46A2-936B-74D08DECA3A7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42259B-3E87-49A4-A321-BEF1BD20C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2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2A9FCE2-0C30-425B-BD34-65F77162D4A6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8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E443-C17D-4310-A66C-8D41202C3877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48F0-158D-4C7A-9C2F-0DBD8A353A5A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65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C294F-D308-4C16-BAC1-7A44E6F06E76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25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1214-69C5-49F8-A264-1AF2D079D60F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44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F02D-F370-4394-8C74-0D51DD8D5673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4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A645-686C-46D7-9A38-B0ED3D5C0FFE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97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DECDB-27FF-408E-967E-2FF555BB7191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58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44ED-5725-4050-94BC-CEBBF5F15283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82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9F2C-D40C-4776-A30F-DAD692012614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99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1E1AC-20E8-47BB-963B-32490DB75DF5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379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625AC-5F1C-4018-ABA4-E7AC17AAC6A3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705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600F7-1B31-4E64-A77D-FDAA1B62FFAC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51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D4620-801E-46F1-9983-AFE60CF14DA0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06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13EA-3392-4F08-958C-C87303863311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060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EF8113F-4240-4B8B-90F6-D8BD8BDB6287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021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1A0F2C2-DD47-4C57-8D93-BCE77E07E1FB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03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7A210D0-3BBA-41B4-A219-A06473CEBDA9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90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75D2F71-C3D9-4A89-ADF7-43E4E7BE0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384115"/>
            <a:ext cx="10188907" cy="2677648"/>
          </a:xfrm>
        </p:spPr>
        <p:txBody>
          <a:bodyPr/>
          <a:lstStyle/>
          <a:p>
            <a:r>
              <a:rPr lang="en-US">
                <a:latin typeface="Arial Rounded MT Bold" panose="020F0704030504030204" pitchFamily="34" charset="0"/>
              </a:rPr>
              <a:t>Part 4</a:t>
            </a:r>
            <a:br>
              <a:rPr lang="en-US" dirty="0">
                <a:latin typeface="Arial Rounded MT Bold" panose="020F0704030504030204" pitchFamily="34" charset="0"/>
              </a:rPr>
            </a:br>
            <a:br>
              <a:rPr lang="en-US" sz="4000" dirty="0">
                <a:latin typeface="Arial Rounded MT Bold" panose="020F0704030504030204" pitchFamily="34" charset="0"/>
              </a:rPr>
            </a:br>
            <a:r>
              <a:rPr lang="en-US" sz="4000" dirty="0">
                <a:latin typeface="Arial Rounded MT Bold" panose="020F0704030504030204" pitchFamily="34" charset="0"/>
              </a:rPr>
              <a:t>Strings in Python</a:t>
            </a:r>
            <a:endParaRPr lang="en-US" sz="4800" b="1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7EAC1220-5808-4927-8A48-4FD19D790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287049"/>
            <a:ext cx="8825658" cy="4307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Version: 3.o</a:t>
            </a:r>
          </a:p>
          <a:p>
            <a:endParaRPr lang="en-US" sz="2400" dirty="0"/>
          </a:p>
        </p:txBody>
      </p:sp>
      <p:sp>
        <p:nvSpPr>
          <p:cNvPr id="24" name="Subtitle 22">
            <a:extLst>
              <a:ext uri="{FF2B5EF4-FFF2-40B4-BE49-F238E27FC236}">
                <a16:creationId xmlns:a16="http://schemas.microsoft.com/office/drawing/2014/main" id="{EF647C65-2962-495E-8F1A-C5ABE3700C82}"/>
              </a:ext>
            </a:extLst>
          </p:cNvPr>
          <p:cNvSpPr txBox="1">
            <a:spLocks/>
          </p:cNvSpPr>
          <p:nvPr/>
        </p:nvSpPr>
        <p:spPr bwMode="gray">
          <a:xfrm>
            <a:off x="8489743" y="5755393"/>
            <a:ext cx="2981739" cy="430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  <a:latin typeface="+mj-lt"/>
              </a:rPr>
              <a:t>Written by: Babar </a:t>
            </a:r>
            <a:r>
              <a:rPr lang="en-US" sz="2000" b="1" dirty="0" err="1">
                <a:solidFill>
                  <a:schemeClr val="bg1"/>
                </a:solidFill>
                <a:latin typeface="+mj-lt"/>
              </a:rPr>
              <a:t>ali</a:t>
            </a:r>
            <a:r>
              <a:rPr lang="en-US" sz="2000" b="1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19BE65-88D1-4524-9E14-2B34145F8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01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7213191" cy="767686"/>
          </a:xfrm>
        </p:spPr>
        <p:txBody>
          <a:bodyPr>
            <a:normAutofit/>
          </a:bodyPr>
          <a:lstStyle/>
          <a:p>
            <a:r>
              <a:rPr lang="en-US" sz="3600" dirty="0"/>
              <a:t>Python Strings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949724" y="2386186"/>
            <a:ext cx="10743512" cy="1418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Strings in Python are surrounded by either single quotation marks, or double quotation marks. ‘hello’ as the same as “Hello”. You can display a string literal with the </a:t>
            </a:r>
            <a:r>
              <a:rPr lang="en-US" sz="2000" b="1" u="sng" dirty="0">
                <a:solidFill>
                  <a:schemeClr val="bg2">
                    <a:lumMod val="10000"/>
                  </a:schemeClr>
                </a:solidFill>
              </a:rPr>
              <a:t>print() 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function: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4C2B50-4410-491E-9692-2ED2002A0E36}"/>
              </a:ext>
            </a:extLst>
          </p:cNvPr>
          <p:cNvSpPr txBox="1"/>
          <p:nvPr/>
        </p:nvSpPr>
        <p:spPr>
          <a:xfrm>
            <a:off x="1044113" y="4124278"/>
            <a:ext cx="6096000" cy="147732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string using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single quotation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'Hello world'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Using double quotation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64549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7213191" cy="767686"/>
          </a:xfrm>
        </p:spPr>
        <p:txBody>
          <a:bodyPr>
            <a:normAutofit/>
          </a:bodyPr>
          <a:lstStyle/>
          <a:p>
            <a:r>
              <a:rPr lang="en-US" sz="3600" dirty="0"/>
              <a:t>Assign String to a Variable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949724" y="2386186"/>
            <a:ext cx="10699480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Assigning a string to a variable is done with the variable name followed by an equal sign and the string: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E8EC4D-8854-4639-A2C5-2BE7D3A0A0E9}"/>
              </a:ext>
            </a:extLst>
          </p:cNvPr>
          <p:cNvSpPr txBox="1"/>
          <p:nvPr/>
        </p:nvSpPr>
        <p:spPr>
          <a:xfrm>
            <a:off x="1060564" y="3697190"/>
            <a:ext cx="6096000" cy="175432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'Hello world'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61506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7213191" cy="767686"/>
          </a:xfrm>
        </p:spPr>
        <p:txBody>
          <a:bodyPr>
            <a:normAutofit/>
          </a:bodyPr>
          <a:lstStyle/>
          <a:p>
            <a:r>
              <a:rPr lang="en-US" sz="3600" dirty="0"/>
              <a:t>String are arrays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949724" y="2386186"/>
            <a:ext cx="10699480" cy="1418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Like many other popular programming languages, strings in Python are arrays of bytes representing Unicode characters. However, Python does not have a character data type, a single character is simply a string with length 1.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1CD5A2-DAD4-4AD6-A590-7D027BB5397B}"/>
              </a:ext>
            </a:extLst>
          </p:cNvPr>
          <p:cNvSpPr txBox="1"/>
          <p:nvPr/>
        </p:nvSpPr>
        <p:spPr>
          <a:xfrm>
            <a:off x="1071823" y="4298451"/>
            <a:ext cx="4137486" cy="203132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endParaRPr lang="en-US" b="0" dirty="0">
              <a:solidFill>
                <a:srgbClr val="DCDCA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[-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A83A6-9F45-40D9-8D0A-CDB25E50AF1F}"/>
              </a:ext>
            </a:extLst>
          </p:cNvPr>
          <p:cNvSpPr/>
          <p:nvPr/>
        </p:nvSpPr>
        <p:spPr>
          <a:xfrm>
            <a:off x="6866907" y="4089046"/>
            <a:ext cx="1501237" cy="24515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90ABF3-1B46-4C3C-9A4E-3CDB83EDF20F}"/>
              </a:ext>
            </a:extLst>
          </p:cNvPr>
          <p:cNvSpPr/>
          <p:nvPr/>
        </p:nvSpPr>
        <p:spPr>
          <a:xfrm>
            <a:off x="7007925" y="4186106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D1F949-52C8-43DE-85A9-B6AF223ACBB0}"/>
              </a:ext>
            </a:extLst>
          </p:cNvPr>
          <p:cNvSpPr/>
          <p:nvPr/>
        </p:nvSpPr>
        <p:spPr>
          <a:xfrm>
            <a:off x="7007925" y="4653343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F710B-CD9E-4EFC-9A58-4D69FF323776}"/>
              </a:ext>
            </a:extLst>
          </p:cNvPr>
          <p:cNvSpPr/>
          <p:nvPr/>
        </p:nvSpPr>
        <p:spPr>
          <a:xfrm>
            <a:off x="7007925" y="5144223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55F857-97A7-4644-9E16-E24DA07AE9DB}"/>
              </a:ext>
            </a:extLst>
          </p:cNvPr>
          <p:cNvSpPr/>
          <p:nvPr/>
        </p:nvSpPr>
        <p:spPr>
          <a:xfrm>
            <a:off x="7007925" y="5590660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00AA26C-FB10-459C-ADA8-D99CE16869FC}"/>
              </a:ext>
            </a:extLst>
          </p:cNvPr>
          <p:cNvCxnSpPr/>
          <p:nvPr/>
        </p:nvCxnSpPr>
        <p:spPr>
          <a:xfrm>
            <a:off x="8227125" y="4349771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C57EE7-3796-450A-8B66-4479F61E2ECA}"/>
              </a:ext>
            </a:extLst>
          </p:cNvPr>
          <p:cNvCxnSpPr/>
          <p:nvPr/>
        </p:nvCxnSpPr>
        <p:spPr>
          <a:xfrm>
            <a:off x="8227125" y="4823190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E437AF6-09C8-4917-8AA3-9E6A5C2FB7BC}"/>
              </a:ext>
            </a:extLst>
          </p:cNvPr>
          <p:cNvCxnSpPr/>
          <p:nvPr/>
        </p:nvCxnSpPr>
        <p:spPr>
          <a:xfrm>
            <a:off x="8227125" y="5337059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A6950B-318B-4A75-9D56-B2D84D3072B2}"/>
              </a:ext>
            </a:extLst>
          </p:cNvPr>
          <p:cNvCxnSpPr/>
          <p:nvPr/>
        </p:nvCxnSpPr>
        <p:spPr>
          <a:xfrm>
            <a:off x="8227125" y="5800885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0E6CC4E-D643-42E3-A7D9-86875977E198}"/>
              </a:ext>
            </a:extLst>
          </p:cNvPr>
          <p:cNvSpPr txBox="1"/>
          <p:nvPr/>
        </p:nvSpPr>
        <p:spPr>
          <a:xfrm>
            <a:off x="8696782" y="4053931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a[0]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F9170F-11CD-4CA7-B1DC-87DD594DE6A4}"/>
              </a:ext>
            </a:extLst>
          </p:cNvPr>
          <p:cNvSpPr txBox="1"/>
          <p:nvPr/>
        </p:nvSpPr>
        <p:spPr>
          <a:xfrm>
            <a:off x="8696782" y="4508010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a[1]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A2C2E3-0394-4C4F-BFE0-1676743846FF}"/>
              </a:ext>
            </a:extLst>
          </p:cNvPr>
          <p:cNvSpPr txBox="1"/>
          <p:nvPr/>
        </p:nvSpPr>
        <p:spPr>
          <a:xfrm>
            <a:off x="8696782" y="5026312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a[2]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1428F3-EE47-45B5-83FB-7C21542BB17F}"/>
              </a:ext>
            </a:extLst>
          </p:cNvPr>
          <p:cNvSpPr txBox="1"/>
          <p:nvPr/>
        </p:nvSpPr>
        <p:spPr>
          <a:xfrm>
            <a:off x="8696782" y="5508828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a[3]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11EEB8-EF6D-44DB-854C-F4B379DDBD35}"/>
              </a:ext>
            </a:extLst>
          </p:cNvPr>
          <p:cNvSpPr/>
          <p:nvPr/>
        </p:nvSpPr>
        <p:spPr>
          <a:xfrm>
            <a:off x="7007925" y="6064780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3E114B8-444A-4522-910B-D6754FB0C887}"/>
              </a:ext>
            </a:extLst>
          </p:cNvPr>
          <p:cNvCxnSpPr/>
          <p:nvPr/>
        </p:nvCxnSpPr>
        <p:spPr>
          <a:xfrm>
            <a:off x="8227125" y="6225985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5D95D27-270E-4D45-B640-73ADA5180281}"/>
              </a:ext>
            </a:extLst>
          </p:cNvPr>
          <p:cNvSpPr txBox="1"/>
          <p:nvPr/>
        </p:nvSpPr>
        <p:spPr>
          <a:xfrm>
            <a:off x="8696782" y="5933928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a[4]</a:t>
            </a:r>
          </a:p>
        </p:txBody>
      </p:sp>
    </p:spTree>
    <p:extLst>
      <p:ext uri="{BB962C8B-B14F-4D97-AF65-F5344CB8AC3E}">
        <p14:creationId xmlns:p14="http://schemas.microsoft.com/office/powerpoint/2010/main" val="3031583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7213191" cy="767686"/>
          </a:xfrm>
        </p:spPr>
        <p:txBody>
          <a:bodyPr>
            <a:normAutofit/>
          </a:bodyPr>
          <a:lstStyle/>
          <a:p>
            <a:r>
              <a:rPr lang="en-US" dirty="0"/>
              <a:t>Slicing a Strings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949724" y="2386186"/>
            <a:ext cx="10494131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You can return a range of characters by using the slice syntax. Specify the start index and the end index, separated by a colon, to return a part of the string.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8A8107-83B8-4066-A528-51E9742E43EE}"/>
              </a:ext>
            </a:extLst>
          </p:cNvPr>
          <p:cNvSpPr txBox="1"/>
          <p:nvPr/>
        </p:nvSpPr>
        <p:spPr>
          <a:xfrm>
            <a:off x="1032854" y="3597989"/>
            <a:ext cx="4121037" cy="258532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:])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[: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[-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66172E-A252-46D1-B69E-39AA3C77EF55}"/>
              </a:ext>
            </a:extLst>
          </p:cNvPr>
          <p:cNvSpPr txBox="1"/>
          <p:nvPr/>
        </p:nvSpPr>
        <p:spPr>
          <a:xfrm>
            <a:off x="6096000" y="3597989"/>
            <a:ext cx="4256540" cy="258532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[-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:-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[-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:])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[:-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152379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7213191" cy="767686"/>
          </a:xfrm>
        </p:spPr>
        <p:txBody>
          <a:bodyPr>
            <a:normAutofit/>
          </a:bodyPr>
          <a:lstStyle/>
          <a:p>
            <a:r>
              <a:rPr lang="en-US" dirty="0"/>
              <a:t>Modify Strings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949724" y="2386186"/>
            <a:ext cx="10494131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Python has a set of built-in methods that you can use on strings. Some string method are given below.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E7DBFB4-EDEE-47A9-8901-1603C2CE52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2158124"/>
              </p:ext>
            </p:extLst>
          </p:nvPr>
        </p:nvGraphicFramePr>
        <p:xfrm>
          <a:off x="1060560" y="3688615"/>
          <a:ext cx="10300167" cy="12469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4716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7213191" cy="767686"/>
          </a:xfrm>
        </p:spPr>
        <p:txBody>
          <a:bodyPr>
            <a:normAutofit/>
          </a:bodyPr>
          <a:lstStyle/>
          <a:p>
            <a:r>
              <a:rPr lang="en-US" dirty="0"/>
              <a:t>Example Modify Strings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3403D8-9F83-431E-858A-54EFAAA60543}"/>
              </a:ext>
            </a:extLst>
          </p:cNvPr>
          <p:cNvSpPr txBox="1"/>
          <p:nvPr/>
        </p:nvSpPr>
        <p:spPr>
          <a:xfrm>
            <a:off x="1057968" y="2822180"/>
            <a:ext cx="4539265" cy="2862322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Hello world 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Text convert in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uppper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case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upper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Text convert to lower case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lower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Remove White Space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0ECFC4-05C5-4CFE-9D48-BD5FB2B9F7FB}"/>
              </a:ext>
            </a:extLst>
          </p:cNvPr>
          <p:cNvSpPr txBox="1"/>
          <p:nvPr/>
        </p:nvSpPr>
        <p:spPr>
          <a:xfrm>
            <a:off x="6049409" y="2822180"/>
            <a:ext cx="5141330" cy="28623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"Hello, world"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Replace string with another string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DCDCA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Split string into substring</a:t>
            </a: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return ['Hello', ' world']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","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67109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7213191" cy="767686"/>
          </a:xfrm>
        </p:spPr>
        <p:txBody>
          <a:bodyPr>
            <a:normAutofit/>
          </a:bodyPr>
          <a:lstStyle/>
          <a:p>
            <a:r>
              <a:rPr lang="en-US" sz="3600" dirty="0"/>
              <a:t>String Concatenation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1154953" y="2400040"/>
            <a:ext cx="10494131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To concatenate, or combine, two strings you can use the “+” operator.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206E49-6764-4C2B-91E2-391BF68A2688}"/>
              </a:ext>
            </a:extLst>
          </p:cNvPr>
          <p:cNvSpPr txBox="1"/>
          <p:nvPr/>
        </p:nvSpPr>
        <p:spPr>
          <a:xfrm>
            <a:off x="1154953" y="3181271"/>
            <a:ext cx="10494131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</a:rPr>
              <a:t>Merge variable a with variable b into variable c: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6D09DA-F0E8-47A5-B8AC-F8012631D3BF}"/>
              </a:ext>
            </a:extLst>
          </p:cNvPr>
          <p:cNvSpPr txBox="1"/>
          <p:nvPr/>
        </p:nvSpPr>
        <p:spPr>
          <a:xfrm>
            <a:off x="1265793" y="4116151"/>
            <a:ext cx="4289880" cy="175432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"world"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63392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7213191" cy="767686"/>
          </a:xfrm>
        </p:spPr>
        <p:txBody>
          <a:bodyPr>
            <a:normAutofit/>
          </a:bodyPr>
          <a:lstStyle/>
          <a:p>
            <a:r>
              <a:rPr lang="en-US" sz="3600" dirty="0"/>
              <a:t>Python Format Strings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1154953" y="2400040"/>
            <a:ext cx="10494131" cy="1418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We can combine strings and numbers by using the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format()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method!.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The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format()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method takes the passed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arguments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,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formats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them, and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places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them in the string where the placeholders {} are: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AC69B1-7A2A-444D-9201-FCD4A96FCE7C}"/>
              </a:ext>
            </a:extLst>
          </p:cNvPr>
          <p:cNvSpPr txBox="1"/>
          <p:nvPr/>
        </p:nvSpPr>
        <p:spPr>
          <a:xfrm>
            <a:off x="1210373" y="4110424"/>
            <a:ext cx="6243372" cy="147732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"My name is Babar and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am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Years Old"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388235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7213191" cy="767686"/>
          </a:xfrm>
        </p:spPr>
        <p:txBody>
          <a:bodyPr>
            <a:normAutofit/>
          </a:bodyPr>
          <a:lstStyle/>
          <a:p>
            <a:r>
              <a:rPr lang="en-US" sz="3600" dirty="0"/>
              <a:t>Python Format Strings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1154954" y="2400040"/>
            <a:ext cx="10035786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The format() method takes unlimited number of arguments, and are placed into the respective placeholders: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E9B8C7-A80D-4163-864D-CFE8BDD2F6B2}"/>
              </a:ext>
            </a:extLst>
          </p:cNvPr>
          <p:cNvSpPr txBox="1"/>
          <p:nvPr/>
        </p:nvSpPr>
        <p:spPr>
          <a:xfrm>
            <a:off x="1274615" y="3639507"/>
            <a:ext cx="7495311" cy="258532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549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 want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pieces of item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for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dollars"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Text_2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 want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{1}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pieces of item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{0}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for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{2}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dollars"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4090955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7213191" cy="767686"/>
          </a:xfrm>
        </p:spPr>
        <p:txBody>
          <a:bodyPr>
            <a:normAutofit/>
          </a:bodyPr>
          <a:lstStyle/>
          <a:p>
            <a:r>
              <a:rPr lang="en-US" sz="3600" dirty="0"/>
              <a:t>F-String in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1154954" y="2400040"/>
            <a:ext cx="10035786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The F-String in Python is the most easy method to combine the text and integer.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5D035E-A142-4DFD-BA21-5419FE844C01}"/>
              </a:ext>
            </a:extLst>
          </p:cNvPr>
          <p:cNvSpPr txBox="1"/>
          <p:nvPr/>
        </p:nvSpPr>
        <p:spPr>
          <a:xfrm>
            <a:off x="1247554" y="3182586"/>
            <a:ext cx="9077276" cy="31393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"Babar"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29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"Black"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skills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"HTML"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"CSS"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"JavaScript"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"Django"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"My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name is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{name}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age is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{age}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and color is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{color}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show_2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"My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Age is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{age}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 and color is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{color}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skills is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{skills}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show_2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46304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7213191" cy="767686"/>
          </a:xfrm>
        </p:spPr>
        <p:txBody>
          <a:bodyPr>
            <a:normAutofit/>
          </a:bodyPr>
          <a:lstStyle/>
          <a:p>
            <a:r>
              <a:rPr lang="en-US" sz="3600" dirty="0"/>
              <a:t>Escape Characters in Strings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1154954" y="2400040"/>
            <a:ext cx="10035786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The escape character allows you to use double quotes when you normally would not be allowed.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F76932-53C1-4B80-8859-1DDFBC10A5B4}"/>
              </a:ext>
            </a:extLst>
          </p:cNvPr>
          <p:cNvSpPr txBox="1"/>
          <p:nvPr/>
        </p:nvSpPr>
        <p:spPr>
          <a:xfrm>
            <a:off x="1265793" y="3639692"/>
            <a:ext cx="8002899" cy="258532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"Physical part of a system is called </a:t>
            </a:r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Hardware</a:t>
            </a:r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text_2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"Physical part of a system is called </a:t>
            </a:r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\t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Hardware"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text_3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"Physical part of a system is called </a:t>
            </a:r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Hardware"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text_2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text_3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50403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7213191" cy="767686"/>
          </a:xfrm>
        </p:spPr>
        <p:txBody>
          <a:bodyPr>
            <a:normAutofit/>
          </a:bodyPr>
          <a:lstStyle/>
          <a:p>
            <a:r>
              <a:rPr lang="en-US" dirty="0"/>
              <a:t>Looping Through a String 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949724" y="2386186"/>
            <a:ext cx="10241015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Since strings are arrays, we can loop through the characters in a string, with a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for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loop. Loop through the letters in the word “orange”.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EEEFF-7FCE-46AC-B89B-0A2938E38A8A}"/>
              </a:ext>
            </a:extLst>
          </p:cNvPr>
          <p:cNvSpPr txBox="1"/>
          <p:nvPr/>
        </p:nvSpPr>
        <p:spPr>
          <a:xfrm>
            <a:off x="1018999" y="3639232"/>
            <a:ext cx="6096000" cy="64633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"orange"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35B44F-C508-4869-950F-A3EF75B06BFE}"/>
              </a:ext>
            </a:extLst>
          </p:cNvPr>
          <p:cNvSpPr txBox="1"/>
          <p:nvPr/>
        </p:nvSpPr>
        <p:spPr>
          <a:xfrm>
            <a:off x="1018999" y="5227279"/>
            <a:ext cx="6096000" cy="92333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12" name="Title 7">
            <a:extLst>
              <a:ext uri="{FF2B5EF4-FFF2-40B4-BE49-F238E27FC236}">
                <a16:creationId xmlns:a16="http://schemas.microsoft.com/office/drawing/2014/main" id="{0E9C91F8-5B43-44C9-A023-94C682CEDAE6}"/>
              </a:ext>
            </a:extLst>
          </p:cNvPr>
          <p:cNvSpPr txBox="1">
            <a:spLocks/>
          </p:cNvSpPr>
          <p:nvPr/>
        </p:nvSpPr>
        <p:spPr bwMode="gray">
          <a:xfrm>
            <a:off x="949724" y="4340175"/>
            <a:ext cx="7213191" cy="767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String Length:</a:t>
            </a:r>
          </a:p>
        </p:txBody>
      </p:sp>
    </p:spTree>
    <p:extLst>
      <p:ext uri="{BB962C8B-B14F-4D97-AF65-F5344CB8AC3E}">
        <p14:creationId xmlns:p14="http://schemas.microsoft.com/office/powerpoint/2010/main" val="2223990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7213191" cy="767686"/>
          </a:xfrm>
        </p:spPr>
        <p:txBody>
          <a:bodyPr>
            <a:normAutofit/>
          </a:bodyPr>
          <a:lstStyle/>
          <a:p>
            <a:r>
              <a:rPr lang="en-US" dirty="0"/>
              <a:t>Check String using “in”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949724" y="2386186"/>
            <a:ext cx="10241015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To check if a certain phrase or character is present in a string, we can use the keyword in.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88F2C7-7302-417C-9524-2C8CBC5277B7}"/>
              </a:ext>
            </a:extLst>
          </p:cNvPr>
          <p:cNvSpPr txBox="1"/>
          <p:nvPr/>
        </p:nvSpPr>
        <p:spPr>
          <a:xfrm>
            <a:off x="1018999" y="3526474"/>
            <a:ext cx="6096000" cy="92333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4A81ED25-B1E9-4992-ADCB-27F415E68D17}"/>
              </a:ext>
            </a:extLst>
          </p:cNvPr>
          <p:cNvSpPr txBox="1">
            <a:spLocks/>
          </p:cNvSpPr>
          <p:nvPr/>
        </p:nvSpPr>
        <p:spPr bwMode="gray">
          <a:xfrm>
            <a:off x="949724" y="4517909"/>
            <a:ext cx="7213191" cy="767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</a:rPr>
              <a:t>Use it in an </a:t>
            </a:r>
            <a:r>
              <a:rPr lang="en-US" sz="2000" b="1" dirty="0">
                <a:solidFill>
                  <a:schemeClr val="tx1"/>
                </a:solidFill>
              </a:rPr>
              <a:t>if</a:t>
            </a:r>
            <a:r>
              <a:rPr lang="en-US" sz="2000" dirty="0">
                <a:solidFill>
                  <a:schemeClr val="tx1"/>
                </a:solidFill>
              </a:rPr>
              <a:t> statement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AB44E6-07F2-4AAF-AFB2-C8F13BFCF579}"/>
              </a:ext>
            </a:extLst>
          </p:cNvPr>
          <p:cNvSpPr txBox="1"/>
          <p:nvPr/>
        </p:nvSpPr>
        <p:spPr>
          <a:xfrm>
            <a:off x="1018999" y="5325990"/>
            <a:ext cx="7564582" cy="120032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"my name is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babar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and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am a web developer"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babar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"Yes, '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babar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 is present"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01142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7213191" cy="767686"/>
          </a:xfrm>
        </p:spPr>
        <p:txBody>
          <a:bodyPr>
            <a:normAutofit/>
          </a:bodyPr>
          <a:lstStyle/>
          <a:p>
            <a:r>
              <a:rPr lang="en-US" dirty="0"/>
              <a:t>Check String using “not in”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949724" y="2386186"/>
            <a:ext cx="10241015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To check if a certain phrase or character is NOT present in a string, we can use the keyword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not in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4A81ED25-B1E9-4992-ADCB-27F415E68D17}"/>
              </a:ext>
            </a:extLst>
          </p:cNvPr>
          <p:cNvSpPr txBox="1">
            <a:spLocks/>
          </p:cNvSpPr>
          <p:nvPr/>
        </p:nvSpPr>
        <p:spPr bwMode="gray">
          <a:xfrm>
            <a:off x="949724" y="4517909"/>
            <a:ext cx="7213191" cy="767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</a:rPr>
              <a:t>Use it in an </a:t>
            </a:r>
            <a:r>
              <a:rPr lang="en-US" sz="2000" b="1" dirty="0">
                <a:solidFill>
                  <a:schemeClr val="tx1"/>
                </a:solidFill>
              </a:rPr>
              <a:t>if</a:t>
            </a:r>
            <a:r>
              <a:rPr lang="en-US" sz="2000" dirty="0">
                <a:solidFill>
                  <a:schemeClr val="tx1"/>
                </a:solidFill>
              </a:rPr>
              <a:t> statement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5C98F2-C8A6-42B2-948F-2FAC04B77A48}"/>
              </a:ext>
            </a:extLst>
          </p:cNvPr>
          <p:cNvSpPr txBox="1"/>
          <p:nvPr/>
        </p:nvSpPr>
        <p:spPr>
          <a:xfrm>
            <a:off x="1018999" y="3528660"/>
            <a:ext cx="7564582" cy="92333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"my name is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babar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and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am a web developer"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D2942D-FAF3-4961-86BA-5DD4600DD1F5}"/>
              </a:ext>
            </a:extLst>
          </p:cNvPr>
          <p:cNvSpPr txBox="1"/>
          <p:nvPr/>
        </p:nvSpPr>
        <p:spPr>
          <a:xfrm>
            <a:off x="1018999" y="5351514"/>
            <a:ext cx="7564582" cy="120032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"my name is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babar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and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am a web developer"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"Yes, '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babar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 is present"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42604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2270" y="2572455"/>
            <a:ext cx="7987459" cy="856545"/>
          </a:xfrm>
        </p:spPr>
        <p:txBody>
          <a:bodyPr>
            <a:normAutofit/>
          </a:bodyPr>
          <a:lstStyle/>
          <a:p>
            <a:r>
              <a:rPr lang="en-US" sz="3600" dirty="0"/>
              <a:t>More about string search in google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555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2DE0D62-AAD7-4D50-AD06-F7CC05D96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650434"/>
            <a:ext cx="8825658" cy="1133033"/>
          </a:xfrm>
        </p:spPr>
        <p:txBody>
          <a:bodyPr/>
          <a:lstStyle/>
          <a:p>
            <a:r>
              <a:rPr lang="en-US" sz="7200" dirty="0"/>
              <a:t>Thanks for Reading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991412-8677-443B-AE2D-B256FF39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460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1445</TotalTime>
  <Words>1099</Words>
  <Application>Microsoft Office PowerPoint</Application>
  <PresentationFormat>Widescreen</PresentationFormat>
  <Paragraphs>150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 Rounded MT Bold</vt:lpstr>
      <vt:lpstr>Calibri</vt:lpstr>
      <vt:lpstr>Century Gothic</vt:lpstr>
      <vt:lpstr>Consolas</vt:lpstr>
      <vt:lpstr>Wingdings 3</vt:lpstr>
      <vt:lpstr>Ion Boardroom</vt:lpstr>
      <vt:lpstr>Part 4  Strings in Python</vt:lpstr>
      <vt:lpstr>Python Strings</vt:lpstr>
      <vt:lpstr>Assign String to a Variable</vt:lpstr>
      <vt:lpstr>String are arrays</vt:lpstr>
      <vt:lpstr>Slicing a Strings</vt:lpstr>
      <vt:lpstr>Modify Strings</vt:lpstr>
      <vt:lpstr>Example Modify Strings</vt:lpstr>
      <vt:lpstr>String Concatenation</vt:lpstr>
      <vt:lpstr>Python Format Strings</vt:lpstr>
      <vt:lpstr>Python Format Strings</vt:lpstr>
      <vt:lpstr>F-String in Python</vt:lpstr>
      <vt:lpstr>Escape Characters in Strings</vt:lpstr>
      <vt:lpstr>Looping Through a String </vt:lpstr>
      <vt:lpstr>Check String using “in”</vt:lpstr>
      <vt:lpstr>Check String using “not in”</vt:lpstr>
      <vt:lpstr>More about string search in google</vt:lpstr>
      <vt:lpstr>Thanks for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Babar Ali</dc:creator>
  <cp:lastModifiedBy>Programmer Khan</cp:lastModifiedBy>
  <cp:revision>1078</cp:revision>
  <dcterms:created xsi:type="dcterms:W3CDTF">2021-12-18T06:39:36Z</dcterms:created>
  <dcterms:modified xsi:type="dcterms:W3CDTF">2024-04-01T10:24:01Z</dcterms:modified>
</cp:coreProperties>
</file>