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282" r:id="rId2"/>
    <p:sldId id="283" r:id="rId3"/>
    <p:sldId id="290" r:id="rId4"/>
    <p:sldId id="285" r:id="rId5"/>
    <p:sldId id="286" r:id="rId6"/>
    <p:sldId id="287" r:id="rId7"/>
    <p:sldId id="288" r:id="rId8"/>
    <p:sldId id="289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D997C-CE91-4065-908A-4318139CC399}" type="datetimeFigureOut">
              <a:rPr lang="en-US" smtClean="0"/>
              <a:t>1/17/2022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3A179-9DAE-450C-94FB-53E8C3C8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9AD8DC4-9FCB-4680-8247-A1F2DD620E87}" type="datetime1">
              <a:rPr lang="en-US" smtClean="0"/>
              <a:t>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FCE9-F346-45F2-95F3-D39EB8912A8E}" type="datetime1">
              <a:rPr lang="en-US" smtClean="0"/>
              <a:t>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9353-8DFC-4AFC-8102-BB3206AC82E4}" type="datetime1">
              <a:rPr lang="en-US" smtClean="0"/>
              <a:t>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6F6F-EFC7-4394-B794-6FEFAD4A2775}" type="datetime1">
              <a:rPr lang="en-US" smtClean="0"/>
              <a:t>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EFFB-8FA1-4BAD-8702-24A1B778342B}" type="datetime1">
              <a:rPr lang="en-US" smtClean="0"/>
              <a:t>1/17/2022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FCFB-0973-4BE5-A859-4170D928D8A3}" type="datetime1">
              <a:rPr lang="en-US" smtClean="0"/>
              <a:t>1/17/2022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DD2A-877B-43B0-98EA-C76E15752D21}" type="datetime1">
              <a:rPr lang="en-US" smtClean="0"/>
              <a:t>1/17/2022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38C0-D298-452E-A775-F9C3ABDD9B03}" type="datetime1">
              <a:rPr lang="en-US" smtClean="0"/>
              <a:t>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2E0F-9C3A-4973-BBAB-3C5251441671}" type="datetime1">
              <a:rPr lang="en-US" smtClean="0"/>
              <a:t>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7575-E71E-408B-9FE6-154DAA6F36DB}" type="datetime1">
              <a:rPr lang="en-US" smtClean="0"/>
              <a:t>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20C-8832-452D-9FF1-71979E732660}" type="datetime1">
              <a:rPr lang="en-US" smtClean="0"/>
              <a:t>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BA3F-BB0C-4DF8-8BA6-0E0E8FC1FDBD}" type="datetime1">
              <a:rPr lang="en-US" smtClean="0"/>
              <a:t>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5AB0-8512-4124-AE2E-E4C01A7204EE}" type="datetime1">
              <a:rPr lang="en-US" smtClean="0"/>
              <a:t>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7D4B-1D92-4D5E-ADE0-3DD7D11B9830}" type="datetime1">
              <a:rPr lang="en-US" smtClean="0"/>
              <a:t>1/17/2022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FB43-B33F-4404-924E-BF1382461569}" type="datetime1">
              <a:rPr lang="en-US" smtClean="0"/>
              <a:t>1/17/2022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A79FE78-6215-42F7-99B6-4FC1EC025E5A}" type="datetime1">
              <a:rPr lang="en-US" smtClean="0"/>
              <a:t>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76C977E-DD79-4C45-AEC9-D11E698B9896}" type="datetime1">
              <a:rPr lang="en-US" smtClean="0"/>
              <a:t>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B0B7CF-E385-4015-BBAF-6B02779E05CB}" type="datetime1">
              <a:rPr lang="en-US" smtClean="0"/>
              <a:t>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84115"/>
            <a:ext cx="10035784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4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Django Project App</a:t>
            </a:r>
            <a:endParaRPr lang="en-US" sz="60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4.0.1</a:t>
            </a:r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6802583" y="5727684"/>
            <a:ext cx="4668900" cy="430725"/>
          </a:xfrm>
          <a:prstGeom prst="rect">
            <a:avLst/>
          </a:prstGeom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Written and design by: Babar </a:t>
            </a:r>
            <a:r>
              <a:rPr lang="en-US" sz="2000" b="1" dirty="0" err="1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016D5-09FF-4268-BF3D-93E15637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App in Django Project?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351585" y="2385583"/>
            <a:ext cx="9953723" cy="3363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An app in Django is a </a:t>
            </a:r>
            <a:r>
              <a:rPr lang="en-US" b="1" dirty="0"/>
              <a:t>sub-module</a:t>
            </a:r>
            <a:r>
              <a:rPr lang="en-US" dirty="0"/>
              <a:t> of a project, and it is used to implement some </a:t>
            </a:r>
            <a:r>
              <a:rPr lang="en-US" b="1" dirty="0"/>
              <a:t>functionality</a:t>
            </a:r>
            <a:r>
              <a:rPr lang="en-US" dirty="0"/>
              <a:t>. Now, you can refer to an app as a standalone python </a:t>
            </a:r>
            <a:r>
              <a:rPr lang="en-US" b="1" dirty="0"/>
              <a:t>module</a:t>
            </a:r>
            <a:r>
              <a:rPr lang="en-US" dirty="0"/>
              <a:t> that is used to provide some functionality to your project.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We can create multiple </a:t>
            </a:r>
            <a:r>
              <a:rPr lang="en-US" b="1" dirty="0"/>
              <a:t>apps</a:t>
            </a:r>
            <a:r>
              <a:rPr lang="en-US" dirty="0"/>
              <a:t> within a single Django project.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It’s those little components that together make up your project. They are the features of your project.</a:t>
            </a:r>
          </a:p>
        </p:txBody>
      </p:sp>
    </p:spTree>
    <p:extLst>
      <p:ext uri="{BB962C8B-B14F-4D97-AF65-F5344CB8AC3E}">
        <p14:creationId xmlns:p14="http://schemas.microsoft.com/office/powerpoint/2010/main" val="407430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Let’s understand the app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351585" y="2385583"/>
            <a:ext cx="9839153" cy="46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In our case (shopping site) it would be: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A7917B-19FE-4942-A1FB-B01C34AA7875}"/>
              </a:ext>
            </a:extLst>
          </p:cNvPr>
          <p:cNvSpPr/>
          <p:nvPr/>
        </p:nvSpPr>
        <p:spPr>
          <a:xfrm>
            <a:off x="5172198" y="3698491"/>
            <a:ext cx="1847603" cy="202969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Website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b="1" dirty="0"/>
              <a:t>Shopping</a:t>
            </a:r>
            <a:r>
              <a:rPr lang="en-US" dirty="0"/>
              <a:t> </a:t>
            </a:r>
            <a:r>
              <a:rPr lang="en-US" b="1" dirty="0"/>
              <a:t>site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01D4AC-DEDF-4CD6-839B-9F452630B16F}"/>
              </a:ext>
            </a:extLst>
          </p:cNvPr>
          <p:cNvSpPr/>
          <p:nvPr/>
        </p:nvSpPr>
        <p:spPr>
          <a:xfrm>
            <a:off x="8606371" y="3049295"/>
            <a:ext cx="1302327" cy="13926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3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Profile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1687A6-805F-49CD-B704-5BF9AB48823F}"/>
              </a:ext>
            </a:extLst>
          </p:cNvPr>
          <p:cNvSpPr/>
          <p:nvPr/>
        </p:nvSpPr>
        <p:spPr>
          <a:xfrm>
            <a:off x="8614040" y="4921041"/>
            <a:ext cx="1302327" cy="13926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4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Users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6C666-F1E2-4BBB-812C-DD45021C1956}"/>
              </a:ext>
            </a:extLst>
          </p:cNvPr>
          <p:cNvSpPr/>
          <p:nvPr/>
        </p:nvSpPr>
        <p:spPr>
          <a:xfrm>
            <a:off x="2283301" y="3049295"/>
            <a:ext cx="1302327" cy="13926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1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Product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48CDE5-CE52-41AF-914B-849ED127F176}"/>
              </a:ext>
            </a:extLst>
          </p:cNvPr>
          <p:cNvSpPr/>
          <p:nvPr/>
        </p:nvSpPr>
        <p:spPr>
          <a:xfrm>
            <a:off x="2275632" y="4921040"/>
            <a:ext cx="1302327" cy="139260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2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Cart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7A7C5B-CBF4-4FC2-9291-6D1874566F6C}"/>
              </a:ext>
            </a:extLst>
          </p:cNvPr>
          <p:cNvCxnSpPr>
            <a:stCxn id="4" idx="1"/>
            <a:endCxn id="11" idx="3"/>
          </p:cNvCxnSpPr>
          <p:nvPr/>
        </p:nvCxnSpPr>
        <p:spPr>
          <a:xfrm flipH="1" flipV="1">
            <a:off x="3585628" y="3745599"/>
            <a:ext cx="1586570" cy="967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379AEF-B007-4980-9499-2043462DFC3B}"/>
              </a:ext>
            </a:extLst>
          </p:cNvPr>
          <p:cNvCxnSpPr>
            <a:cxnSpLocks/>
            <a:stCxn id="4" idx="1"/>
            <a:endCxn id="12" idx="3"/>
          </p:cNvCxnSpPr>
          <p:nvPr/>
        </p:nvCxnSpPr>
        <p:spPr>
          <a:xfrm flipH="1">
            <a:off x="3577959" y="4713337"/>
            <a:ext cx="1594239" cy="904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1F55B1-6570-46E6-A678-3E173864FCC3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7019801" y="4713337"/>
            <a:ext cx="1594239" cy="904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7B0BF7-E82F-4187-ABDB-F029E14E07E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019801" y="3745599"/>
            <a:ext cx="1586570" cy="967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44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How to create app for Django project?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403156" y="2413291"/>
            <a:ext cx="9385688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following method is created app for your Django project.</a:t>
            </a:r>
          </a:p>
          <a:p>
            <a:pPr>
              <a:lnSpc>
                <a:spcPct val="150000"/>
              </a:lnSpc>
            </a:pPr>
            <a:r>
              <a:rPr lang="en-US" dirty="0"/>
              <a:t>First of all access your project folder then write the following command in </a:t>
            </a:r>
            <a:r>
              <a:rPr lang="en-US" b="1" dirty="0"/>
              <a:t>CMD</a:t>
            </a:r>
            <a:r>
              <a:rPr lang="en-US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AB938-574D-4D0B-ABEA-4487BDB8BBF9}"/>
              </a:ext>
            </a:extLst>
          </p:cNvPr>
          <p:cNvSpPr txBox="1"/>
          <p:nvPr/>
        </p:nvSpPr>
        <p:spPr>
          <a:xfrm>
            <a:off x="1487462" y="4063574"/>
            <a:ext cx="6686719" cy="14278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python manage.py </a:t>
            </a:r>
            <a:r>
              <a:rPr lang="en-US" sz="20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startapp</a:t>
            </a: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20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app_name</a:t>
            </a: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// Example of creating app</a:t>
            </a:r>
          </a:p>
          <a:p>
            <a:pPr>
              <a:lnSpc>
                <a:spcPct val="150000"/>
              </a:lnSpc>
            </a:pP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python manage.py </a:t>
            </a:r>
            <a:r>
              <a:rPr lang="en-US" sz="20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startapp</a:t>
            </a: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first_app</a:t>
            </a:r>
            <a:endParaRPr lang="en-US" sz="20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B2550-E46C-4F18-9FF7-DEB14A3D23B9}"/>
              </a:ext>
            </a:extLst>
          </p:cNvPr>
          <p:cNvSpPr txBox="1"/>
          <p:nvPr/>
        </p:nvSpPr>
        <p:spPr>
          <a:xfrm>
            <a:off x="1487462" y="3603008"/>
            <a:ext cx="6686719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Shell</a:t>
            </a:r>
          </a:p>
        </p:txBody>
      </p:sp>
    </p:spTree>
    <p:extLst>
      <p:ext uri="{BB962C8B-B14F-4D97-AF65-F5344CB8AC3E}">
        <p14:creationId xmlns:p14="http://schemas.microsoft.com/office/powerpoint/2010/main" val="4191877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After the app creation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154955" y="2413291"/>
            <a:ext cx="6672864" cy="3779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screen shot is help you how your project looks like: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The app is created name is “</a:t>
            </a:r>
            <a:r>
              <a:rPr lang="en-US" dirty="0" err="1"/>
              <a:t>first_app</a:t>
            </a:r>
            <a:r>
              <a:rPr lang="en-US" dirty="0"/>
              <a:t>” and some file is created automatically by Django the files are: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__init__.py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admin.py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apps.py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models.py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views.py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5D363-7A78-4B21-8F42-6B6715241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734" y="2868480"/>
            <a:ext cx="2021019" cy="34828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7684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Add URLS.py file in your app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154955" y="2413291"/>
            <a:ext cx="9831700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Create a URLS.PY file in your app. This can help you to create a </a:t>
            </a:r>
            <a:r>
              <a:rPr lang="en-US" dirty="0" err="1"/>
              <a:t>urls</a:t>
            </a:r>
            <a:r>
              <a:rPr lang="en-US" dirty="0"/>
              <a:t> for the “</a:t>
            </a:r>
            <a:r>
              <a:rPr lang="en-US" dirty="0" err="1"/>
              <a:t>first_app</a:t>
            </a:r>
            <a:r>
              <a:rPr lang="en-US" dirty="0"/>
              <a:t>” app in your project. Add a function name and run 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D6D12-65B7-43BB-9AE3-98E876866E7A}"/>
              </a:ext>
            </a:extLst>
          </p:cNvPr>
          <p:cNvSpPr txBox="1"/>
          <p:nvPr/>
        </p:nvSpPr>
        <p:spPr>
          <a:xfrm>
            <a:off x="1293492" y="4049719"/>
            <a:ext cx="4400726" cy="19389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urlpatterns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home_page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80EB4B-F3AE-428A-B6FA-7057A7FAD77E}"/>
              </a:ext>
            </a:extLst>
          </p:cNvPr>
          <p:cNvSpPr txBox="1"/>
          <p:nvPr/>
        </p:nvSpPr>
        <p:spPr>
          <a:xfrm>
            <a:off x="1293492" y="3589153"/>
            <a:ext cx="4400726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my_site/first_app/urls.py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E6088-EC6B-4F7E-B8EC-BCB3C9FB6095}"/>
              </a:ext>
            </a:extLst>
          </p:cNvPr>
          <p:cNvSpPr txBox="1"/>
          <p:nvPr/>
        </p:nvSpPr>
        <p:spPr>
          <a:xfrm>
            <a:off x="6558214" y="4049719"/>
            <a:ext cx="4816367" cy="17543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your views here.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home_page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"Home Page"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DBFE28-5246-42A1-98D1-29444162B186}"/>
              </a:ext>
            </a:extLst>
          </p:cNvPr>
          <p:cNvSpPr txBox="1"/>
          <p:nvPr/>
        </p:nvSpPr>
        <p:spPr>
          <a:xfrm>
            <a:off x="6558214" y="3589153"/>
            <a:ext cx="4816367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my_site/first_app/views.py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69DCA4-1A92-4E04-A3DE-D05F9F912B01}"/>
              </a:ext>
            </a:extLst>
          </p:cNvPr>
          <p:cNvCxnSpPr/>
          <p:nvPr/>
        </p:nvCxnSpPr>
        <p:spPr>
          <a:xfrm>
            <a:off x="4599709" y="4613564"/>
            <a:ext cx="29925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3BD8E60-9E19-40E0-B8A1-5270AF60E94A}"/>
              </a:ext>
            </a:extLst>
          </p:cNvPr>
          <p:cNvCxnSpPr/>
          <p:nvPr/>
        </p:nvCxnSpPr>
        <p:spPr>
          <a:xfrm>
            <a:off x="4599709" y="4613564"/>
            <a:ext cx="0" cy="692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E8C0B9-99B0-45B8-AA9C-82635012AC51}"/>
              </a:ext>
            </a:extLst>
          </p:cNvPr>
          <p:cNvCxnSpPr>
            <a:cxnSpLocks/>
          </p:cNvCxnSpPr>
          <p:nvPr/>
        </p:nvCxnSpPr>
        <p:spPr>
          <a:xfrm>
            <a:off x="7592291" y="4613564"/>
            <a:ext cx="0" cy="401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156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How to add app URLS in Project?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154955" y="2371726"/>
            <a:ext cx="9831700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It is very important to add the URLS of the app in your project because they have access or run all your app </a:t>
            </a:r>
            <a:r>
              <a:rPr lang="en-US" b="1" dirty="0"/>
              <a:t>URLS</a:t>
            </a:r>
            <a:r>
              <a:rPr lang="en-US" dirty="0"/>
              <a:t> from the main </a:t>
            </a:r>
            <a:r>
              <a:rPr lang="en-US" b="1" dirty="0"/>
              <a:t>URLS</a:t>
            </a:r>
            <a:r>
              <a:rPr lang="en-US" dirty="0"/>
              <a:t> file. The code are below.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D6D12-65B7-43BB-9AE3-98E876866E7A}"/>
              </a:ext>
            </a:extLst>
          </p:cNvPr>
          <p:cNvSpPr txBox="1"/>
          <p:nvPr/>
        </p:nvSpPr>
        <p:spPr>
          <a:xfrm>
            <a:off x="1279637" y="3911169"/>
            <a:ext cx="6271090" cy="25853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contrib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admin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include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urlpatterns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'admin/'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first_app.urls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80EB4B-F3AE-428A-B6FA-7057A7FAD77E}"/>
              </a:ext>
            </a:extLst>
          </p:cNvPr>
          <p:cNvSpPr txBox="1"/>
          <p:nvPr/>
        </p:nvSpPr>
        <p:spPr>
          <a:xfrm>
            <a:off x="1279637" y="3450603"/>
            <a:ext cx="6271090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my_site/urls.py</a:t>
            </a:r>
          </a:p>
        </p:txBody>
      </p:sp>
    </p:spTree>
    <p:extLst>
      <p:ext uri="{BB962C8B-B14F-4D97-AF65-F5344CB8AC3E}">
        <p14:creationId xmlns:p14="http://schemas.microsoft.com/office/powerpoint/2010/main" val="167795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How to add app URLS in Project?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154955" y="2371726"/>
            <a:ext cx="9831700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“include” is used to add the app URLS in Django project.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D6D12-65B7-43BB-9AE3-98E876866E7A}"/>
              </a:ext>
            </a:extLst>
          </p:cNvPr>
          <p:cNvSpPr txBox="1"/>
          <p:nvPr/>
        </p:nvSpPr>
        <p:spPr>
          <a:xfrm>
            <a:off x="1279637" y="3564802"/>
            <a:ext cx="627109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include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80EB4B-F3AE-428A-B6FA-7057A7FAD77E}"/>
              </a:ext>
            </a:extLst>
          </p:cNvPr>
          <p:cNvSpPr txBox="1"/>
          <p:nvPr/>
        </p:nvSpPr>
        <p:spPr>
          <a:xfrm>
            <a:off x="1279637" y="3104236"/>
            <a:ext cx="6271090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my_site/urls.py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A7DEFC-F89D-488B-955F-F8416D3EFF76}"/>
              </a:ext>
            </a:extLst>
          </p:cNvPr>
          <p:cNvSpPr txBox="1"/>
          <p:nvPr/>
        </p:nvSpPr>
        <p:spPr>
          <a:xfrm>
            <a:off x="1154954" y="4307483"/>
            <a:ext cx="9831700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This is the way you can add the app URLS in project just write the app name.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456656-9B0F-49C3-938F-CD38899ED47C}"/>
              </a:ext>
            </a:extLst>
          </p:cNvPr>
          <p:cNvSpPr txBox="1"/>
          <p:nvPr/>
        </p:nvSpPr>
        <p:spPr>
          <a:xfrm>
            <a:off x="1279636" y="5500559"/>
            <a:ext cx="627109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first_app.urls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C8B2C9-53A6-4FE7-B3A4-0273747D86F2}"/>
              </a:ext>
            </a:extLst>
          </p:cNvPr>
          <p:cNvSpPr txBox="1"/>
          <p:nvPr/>
        </p:nvSpPr>
        <p:spPr>
          <a:xfrm>
            <a:off x="1279636" y="5039993"/>
            <a:ext cx="6271090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my_site/urls.py</a:t>
            </a:r>
          </a:p>
        </p:txBody>
      </p:sp>
    </p:spTree>
    <p:extLst>
      <p:ext uri="{BB962C8B-B14F-4D97-AF65-F5344CB8AC3E}">
        <p14:creationId xmlns:p14="http://schemas.microsoft.com/office/powerpoint/2010/main" val="2392247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E480B-C7EA-408E-8634-B1C2B470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861</TotalTime>
  <Words>544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Rounded MT Bold</vt:lpstr>
      <vt:lpstr>Calibri</vt:lpstr>
      <vt:lpstr>Century Gothic</vt:lpstr>
      <vt:lpstr>Consolas</vt:lpstr>
      <vt:lpstr>Wingdings</vt:lpstr>
      <vt:lpstr>Wingdings 3</vt:lpstr>
      <vt:lpstr>Ion Boardroom</vt:lpstr>
      <vt:lpstr>Part 4  Django Project App</vt:lpstr>
      <vt:lpstr>What is App in Django Project?</vt:lpstr>
      <vt:lpstr>Let’s understand the app</vt:lpstr>
      <vt:lpstr>How to create app for Django project?</vt:lpstr>
      <vt:lpstr>After the app creation</vt:lpstr>
      <vt:lpstr>Add URLS.py file in your app</vt:lpstr>
      <vt:lpstr>How to add app URLS in Project?</vt:lpstr>
      <vt:lpstr>How to add app URLS in Project?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594</cp:revision>
  <dcterms:created xsi:type="dcterms:W3CDTF">2021-12-18T06:39:36Z</dcterms:created>
  <dcterms:modified xsi:type="dcterms:W3CDTF">2022-01-18T06:03:47Z</dcterms:modified>
</cp:coreProperties>
</file>