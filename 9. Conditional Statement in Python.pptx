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6"/>
  </p:notesMasterIdLst>
  <p:sldIdLst>
    <p:sldId id="256" r:id="rId2"/>
    <p:sldId id="267" r:id="rId3"/>
    <p:sldId id="272" r:id="rId4"/>
    <p:sldId id="269" r:id="rId5"/>
    <p:sldId id="268" r:id="rId6"/>
    <p:sldId id="273" r:id="rId7"/>
    <p:sldId id="270" r:id="rId8"/>
    <p:sldId id="271" r:id="rId9"/>
    <p:sldId id="274" r:id="rId10"/>
    <p:sldId id="275" r:id="rId11"/>
    <p:sldId id="278" r:id="rId12"/>
    <p:sldId id="276" r:id="rId13"/>
    <p:sldId id="277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A7F659-B7CE-4A78-9DB2-01342862F34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682E318B-4927-4D42-989F-DCF5EF9461DE}">
      <dgm:prSet phldrT="[Text]"/>
      <dgm:spPr/>
      <dgm:t>
        <a:bodyPr/>
        <a:lstStyle/>
        <a:p>
          <a:r>
            <a:rPr lang="en-US" dirty="0"/>
            <a:t>IF</a:t>
          </a:r>
        </a:p>
      </dgm:t>
    </dgm:pt>
    <dgm:pt modelId="{8A63D3AD-46A5-4B00-A7A6-1DF2AEEDD76B}" type="parTrans" cxnId="{A9D572AC-EFF7-4F24-82EE-D6534820E157}">
      <dgm:prSet/>
      <dgm:spPr/>
      <dgm:t>
        <a:bodyPr/>
        <a:lstStyle/>
        <a:p>
          <a:endParaRPr lang="en-US"/>
        </a:p>
      </dgm:t>
    </dgm:pt>
    <dgm:pt modelId="{4C000544-5367-44D8-94DE-A52E49B5C74D}" type="sibTrans" cxnId="{A9D572AC-EFF7-4F24-82EE-D6534820E157}">
      <dgm:prSet/>
      <dgm:spPr/>
      <dgm:t>
        <a:bodyPr/>
        <a:lstStyle/>
        <a:p>
          <a:endParaRPr lang="en-US"/>
        </a:p>
      </dgm:t>
    </dgm:pt>
    <dgm:pt modelId="{63C57DC5-8593-4D70-BB90-3BD60FFD10BD}">
      <dgm:prSet phldrT="[Text]"/>
      <dgm:spPr/>
      <dgm:t>
        <a:bodyPr/>
        <a:lstStyle/>
        <a:p>
          <a:r>
            <a:rPr lang="en-US" dirty="0"/>
            <a:t>IF ELSE</a:t>
          </a:r>
        </a:p>
      </dgm:t>
    </dgm:pt>
    <dgm:pt modelId="{5FF8B7FC-2EA7-42A1-A3CD-52D144C15C58}" type="parTrans" cxnId="{8FB3AB18-2981-4EB8-8A06-1B4DBEEF55F4}">
      <dgm:prSet/>
      <dgm:spPr/>
      <dgm:t>
        <a:bodyPr/>
        <a:lstStyle/>
        <a:p>
          <a:endParaRPr lang="en-US"/>
        </a:p>
      </dgm:t>
    </dgm:pt>
    <dgm:pt modelId="{8A6E1D44-A6C9-4186-BBF8-C176200EF456}" type="sibTrans" cxnId="{8FB3AB18-2981-4EB8-8A06-1B4DBEEF55F4}">
      <dgm:prSet/>
      <dgm:spPr/>
      <dgm:t>
        <a:bodyPr/>
        <a:lstStyle/>
        <a:p>
          <a:endParaRPr lang="en-US"/>
        </a:p>
      </dgm:t>
    </dgm:pt>
    <dgm:pt modelId="{907CEC10-F7EE-415C-AC6D-E481EB965075}">
      <dgm:prSet phldrT="[Text]"/>
      <dgm:spPr/>
      <dgm:t>
        <a:bodyPr/>
        <a:lstStyle/>
        <a:p>
          <a:r>
            <a:rPr lang="en-US" dirty="0"/>
            <a:t>ELIF</a:t>
          </a:r>
        </a:p>
      </dgm:t>
    </dgm:pt>
    <dgm:pt modelId="{CEC7DA54-882C-4BA6-979C-18DEA0394C2C}" type="parTrans" cxnId="{49B06DBE-87B7-4E36-B8B5-ADCD8A73D0A2}">
      <dgm:prSet/>
      <dgm:spPr/>
      <dgm:t>
        <a:bodyPr/>
        <a:lstStyle/>
        <a:p>
          <a:endParaRPr lang="en-US"/>
        </a:p>
      </dgm:t>
    </dgm:pt>
    <dgm:pt modelId="{54593D4F-FD55-4DA3-9395-2DB6A7EA7BEA}" type="sibTrans" cxnId="{49B06DBE-87B7-4E36-B8B5-ADCD8A73D0A2}">
      <dgm:prSet/>
      <dgm:spPr/>
      <dgm:t>
        <a:bodyPr/>
        <a:lstStyle/>
        <a:p>
          <a:endParaRPr lang="en-US"/>
        </a:p>
      </dgm:t>
    </dgm:pt>
    <dgm:pt modelId="{AE25C814-C5F9-40EC-AE80-27973F6F2242}">
      <dgm:prSet phldrT="[Text]"/>
      <dgm:spPr/>
      <dgm:t>
        <a:bodyPr/>
        <a:lstStyle/>
        <a:p>
          <a:r>
            <a:rPr lang="en-US" dirty="0"/>
            <a:t>N-IF</a:t>
          </a:r>
        </a:p>
      </dgm:t>
    </dgm:pt>
    <dgm:pt modelId="{1CB43A8E-BD75-4CB5-BB41-A4FACE5D3C41}" type="parTrans" cxnId="{41693565-C114-4FF3-BC0B-D10D3CEC92A7}">
      <dgm:prSet/>
      <dgm:spPr/>
      <dgm:t>
        <a:bodyPr/>
        <a:lstStyle/>
        <a:p>
          <a:endParaRPr lang="en-US"/>
        </a:p>
      </dgm:t>
    </dgm:pt>
    <dgm:pt modelId="{98D35970-4E08-462F-95B0-7BAB45340A3B}" type="sibTrans" cxnId="{41693565-C114-4FF3-BC0B-D10D3CEC92A7}">
      <dgm:prSet/>
      <dgm:spPr/>
      <dgm:t>
        <a:bodyPr/>
        <a:lstStyle/>
        <a:p>
          <a:endParaRPr lang="en-US"/>
        </a:p>
      </dgm:t>
    </dgm:pt>
    <dgm:pt modelId="{F7D995C4-6AF4-4BC0-9367-0010B391BF33}" type="pres">
      <dgm:prSet presAssocID="{45A7F659-B7CE-4A78-9DB2-01342862F344}" presName="Name0" presStyleCnt="0">
        <dgm:presLayoutVars>
          <dgm:dir/>
          <dgm:resizeHandles val="exact"/>
        </dgm:presLayoutVars>
      </dgm:prSet>
      <dgm:spPr/>
    </dgm:pt>
    <dgm:pt modelId="{5C238856-D0E1-41FA-BA49-EDDA9011C814}" type="pres">
      <dgm:prSet presAssocID="{682E318B-4927-4D42-989F-DCF5EF9461DE}" presName="node" presStyleLbl="node1" presStyleIdx="0" presStyleCnt="4">
        <dgm:presLayoutVars>
          <dgm:bulletEnabled val="1"/>
        </dgm:presLayoutVars>
      </dgm:prSet>
      <dgm:spPr/>
    </dgm:pt>
    <dgm:pt modelId="{885A0A14-0AE0-449B-81CE-B845809BA957}" type="pres">
      <dgm:prSet presAssocID="{4C000544-5367-44D8-94DE-A52E49B5C74D}" presName="sibTrans" presStyleLbl="sibTrans2D1" presStyleIdx="0" presStyleCnt="3"/>
      <dgm:spPr/>
    </dgm:pt>
    <dgm:pt modelId="{2605EFB1-22B5-49BA-A236-20E0B636E288}" type="pres">
      <dgm:prSet presAssocID="{4C000544-5367-44D8-94DE-A52E49B5C74D}" presName="connectorText" presStyleLbl="sibTrans2D1" presStyleIdx="0" presStyleCnt="3"/>
      <dgm:spPr/>
    </dgm:pt>
    <dgm:pt modelId="{6E5E3633-7B20-476A-808B-7876E9130136}" type="pres">
      <dgm:prSet presAssocID="{63C57DC5-8593-4D70-BB90-3BD60FFD10BD}" presName="node" presStyleLbl="node1" presStyleIdx="1" presStyleCnt="4">
        <dgm:presLayoutVars>
          <dgm:bulletEnabled val="1"/>
        </dgm:presLayoutVars>
      </dgm:prSet>
      <dgm:spPr/>
    </dgm:pt>
    <dgm:pt modelId="{08954BAB-A3CD-4417-939A-F1711E90D255}" type="pres">
      <dgm:prSet presAssocID="{8A6E1D44-A6C9-4186-BBF8-C176200EF456}" presName="sibTrans" presStyleLbl="sibTrans2D1" presStyleIdx="1" presStyleCnt="3"/>
      <dgm:spPr/>
    </dgm:pt>
    <dgm:pt modelId="{F4FF1F5B-66AF-41FF-ABBA-FFFCCCB93064}" type="pres">
      <dgm:prSet presAssocID="{8A6E1D44-A6C9-4186-BBF8-C176200EF456}" presName="connectorText" presStyleLbl="sibTrans2D1" presStyleIdx="1" presStyleCnt="3"/>
      <dgm:spPr/>
    </dgm:pt>
    <dgm:pt modelId="{DED3D8D2-D883-4282-AFA6-69801A5017ED}" type="pres">
      <dgm:prSet presAssocID="{907CEC10-F7EE-415C-AC6D-E481EB965075}" presName="node" presStyleLbl="node1" presStyleIdx="2" presStyleCnt="4">
        <dgm:presLayoutVars>
          <dgm:bulletEnabled val="1"/>
        </dgm:presLayoutVars>
      </dgm:prSet>
      <dgm:spPr/>
    </dgm:pt>
    <dgm:pt modelId="{DC95D2B8-7627-4BD8-8D17-89FB4D9C221D}" type="pres">
      <dgm:prSet presAssocID="{54593D4F-FD55-4DA3-9395-2DB6A7EA7BEA}" presName="sibTrans" presStyleLbl="sibTrans2D1" presStyleIdx="2" presStyleCnt="3"/>
      <dgm:spPr/>
    </dgm:pt>
    <dgm:pt modelId="{C6785B65-0918-4F3F-828F-8481D638AA9D}" type="pres">
      <dgm:prSet presAssocID="{54593D4F-FD55-4DA3-9395-2DB6A7EA7BEA}" presName="connectorText" presStyleLbl="sibTrans2D1" presStyleIdx="2" presStyleCnt="3"/>
      <dgm:spPr/>
    </dgm:pt>
    <dgm:pt modelId="{ACF74A89-E2F3-43FA-8BFC-705B65AE1CB9}" type="pres">
      <dgm:prSet presAssocID="{AE25C814-C5F9-40EC-AE80-27973F6F2242}" presName="node" presStyleLbl="node1" presStyleIdx="3" presStyleCnt="4">
        <dgm:presLayoutVars>
          <dgm:bulletEnabled val="1"/>
        </dgm:presLayoutVars>
      </dgm:prSet>
      <dgm:spPr/>
    </dgm:pt>
  </dgm:ptLst>
  <dgm:cxnLst>
    <dgm:cxn modelId="{BAEA9D00-CB44-4124-89F2-8FBB681A0F83}" type="presOf" srcId="{8A6E1D44-A6C9-4186-BBF8-C176200EF456}" destId="{08954BAB-A3CD-4417-939A-F1711E90D255}" srcOrd="0" destOrd="0" presId="urn:microsoft.com/office/officeart/2005/8/layout/process1"/>
    <dgm:cxn modelId="{8FB3AB18-2981-4EB8-8A06-1B4DBEEF55F4}" srcId="{45A7F659-B7CE-4A78-9DB2-01342862F344}" destId="{63C57DC5-8593-4D70-BB90-3BD60FFD10BD}" srcOrd="1" destOrd="0" parTransId="{5FF8B7FC-2EA7-42A1-A3CD-52D144C15C58}" sibTransId="{8A6E1D44-A6C9-4186-BBF8-C176200EF456}"/>
    <dgm:cxn modelId="{708E9324-A7D8-4EAA-969A-FBCB147713F9}" type="presOf" srcId="{54593D4F-FD55-4DA3-9395-2DB6A7EA7BEA}" destId="{DC95D2B8-7627-4BD8-8D17-89FB4D9C221D}" srcOrd="0" destOrd="0" presId="urn:microsoft.com/office/officeart/2005/8/layout/process1"/>
    <dgm:cxn modelId="{16D4185E-2333-48DC-9F6E-834614B86B6E}" type="presOf" srcId="{45A7F659-B7CE-4A78-9DB2-01342862F344}" destId="{F7D995C4-6AF4-4BC0-9367-0010B391BF33}" srcOrd="0" destOrd="0" presId="urn:microsoft.com/office/officeart/2005/8/layout/process1"/>
    <dgm:cxn modelId="{41693565-C114-4FF3-BC0B-D10D3CEC92A7}" srcId="{45A7F659-B7CE-4A78-9DB2-01342862F344}" destId="{AE25C814-C5F9-40EC-AE80-27973F6F2242}" srcOrd="3" destOrd="0" parTransId="{1CB43A8E-BD75-4CB5-BB41-A4FACE5D3C41}" sibTransId="{98D35970-4E08-462F-95B0-7BAB45340A3B}"/>
    <dgm:cxn modelId="{7800A76F-F45C-4F0E-A0E2-95F607E46925}" type="presOf" srcId="{AE25C814-C5F9-40EC-AE80-27973F6F2242}" destId="{ACF74A89-E2F3-43FA-8BFC-705B65AE1CB9}" srcOrd="0" destOrd="0" presId="urn:microsoft.com/office/officeart/2005/8/layout/process1"/>
    <dgm:cxn modelId="{8C6BAF89-8070-43F9-8223-C76E27CDBC4A}" type="presOf" srcId="{4C000544-5367-44D8-94DE-A52E49B5C74D}" destId="{2605EFB1-22B5-49BA-A236-20E0B636E288}" srcOrd="1" destOrd="0" presId="urn:microsoft.com/office/officeart/2005/8/layout/process1"/>
    <dgm:cxn modelId="{D32A7F8D-6144-4EEC-B89D-DF5AFF637BB1}" type="presOf" srcId="{63C57DC5-8593-4D70-BB90-3BD60FFD10BD}" destId="{6E5E3633-7B20-476A-808B-7876E9130136}" srcOrd="0" destOrd="0" presId="urn:microsoft.com/office/officeart/2005/8/layout/process1"/>
    <dgm:cxn modelId="{A9D572AC-EFF7-4F24-82EE-D6534820E157}" srcId="{45A7F659-B7CE-4A78-9DB2-01342862F344}" destId="{682E318B-4927-4D42-989F-DCF5EF9461DE}" srcOrd="0" destOrd="0" parTransId="{8A63D3AD-46A5-4B00-A7A6-1DF2AEEDD76B}" sibTransId="{4C000544-5367-44D8-94DE-A52E49B5C74D}"/>
    <dgm:cxn modelId="{46EBB2AE-BDBB-479C-8704-CD20F4E255AF}" type="presOf" srcId="{907CEC10-F7EE-415C-AC6D-E481EB965075}" destId="{DED3D8D2-D883-4282-AFA6-69801A5017ED}" srcOrd="0" destOrd="0" presId="urn:microsoft.com/office/officeart/2005/8/layout/process1"/>
    <dgm:cxn modelId="{49B06DBE-87B7-4E36-B8B5-ADCD8A73D0A2}" srcId="{45A7F659-B7CE-4A78-9DB2-01342862F344}" destId="{907CEC10-F7EE-415C-AC6D-E481EB965075}" srcOrd="2" destOrd="0" parTransId="{CEC7DA54-882C-4BA6-979C-18DEA0394C2C}" sibTransId="{54593D4F-FD55-4DA3-9395-2DB6A7EA7BEA}"/>
    <dgm:cxn modelId="{11B467D5-EDB0-46E2-A566-47B2EAD5F88B}" type="presOf" srcId="{8A6E1D44-A6C9-4186-BBF8-C176200EF456}" destId="{F4FF1F5B-66AF-41FF-ABBA-FFFCCCB93064}" srcOrd="1" destOrd="0" presId="urn:microsoft.com/office/officeart/2005/8/layout/process1"/>
    <dgm:cxn modelId="{A93DA2D5-F2CB-4CF7-AFCA-EF51D886450C}" type="presOf" srcId="{682E318B-4927-4D42-989F-DCF5EF9461DE}" destId="{5C238856-D0E1-41FA-BA49-EDDA9011C814}" srcOrd="0" destOrd="0" presId="urn:microsoft.com/office/officeart/2005/8/layout/process1"/>
    <dgm:cxn modelId="{66515CE7-4F32-4973-AE4C-027C79654439}" type="presOf" srcId="{4C000544-5367-44D8-94DE-A52E49B5C74D}" destId="{885A0A14-0AE0-449B-81CE-B845809BA957}" srcOrd="0" destOrd="0" presId="urn:microsoft.com/office/officeart/2005/8/layout/process1"/>
    <dgm:cxn modelId="{227B0CF4-191B-4A11-85C0-EC83DD6BF854}" type="presOf" srcId="{54593D4F-FD55-4DA3-9395-2DB6A7EA7BEA}" destId="{C6785B65-0918-4F3F-828F-8481D638AA9D}" srcOrd="1" destOrd="0" presId="urn:microsoft.com/office/officeart/2005/8/layout/process1"/>
    <dgm:cxn modelId="{7552D52F-8D52-44E6-B5DC-3DECBEBB284A}" type="presParOf" srcId="{F7D995C4-6AF4-4BC0-9367-0010B391BF33}" destId="{5C238856-D0E1-41FA-BA49-EDDA9011C814}" srcOrd="0" destOrd="0" presId="urn:microsoft.com/office/officeart/2005/8/layout/process1"/>
    <dgm:cxn modelId="{A71D44FC-80EC-45F0-BD90-44BC9DB81ACC}" type="presParOf" srcId="{F7D995C4-6AF4-4BC0-9367-0010B391BF33}" destId="{885A0A14-0AE0-449B-81CE-B845809BA957}" srcOrd="1" destOrd="0" presId="urn:microsoft.com/office/officeart/2005/8/layout/process1"/>
    <dgm:cxn modelId="{E2EBEAA8-AC21-490E-AD42-95C8B8C788C4}" type="presParOf" srcId="{885A0A14-0AE0-449B-81CE-B845809BA957}" destId="{2605EFB1-22B5-49BA-A236-20E0B636E288}" srcOrd="0" destOrd="0" presId="urn:microsoft.com/office/officeart/2005/8/layout/process1"/>
    <dgm:cxn modelId="{C90FF1D5-92AD-4FC5-8BF0-F7A9CC6409E4}" type="presParOf" srcId="{F7D995C4-6AF4-4BC0-9367-0010B391BF33}" destId="{6E5E3633-7B20-476A-808B-7876E9130136}" srcOrd="2" destOrd="0" presId="urn:microsoft.com/office/officeart/2005/8/layout/process1"/>
    <dgm:cxn modelId="{B5148125-C44D-4BB6-B68A-C89CEFF1F536}" type="presParOf" srcId="{F7D995C4-6AF4-4BC0-9367-0010B391BF33}" destId="{08954BAB-A3CD-4417-939A-F1711E90D255}" srcOrd="3" destOrd="0" presId="urn:microsoft.com/office/officeart/2005/8/layout/process1"/>
    <dgm:cxn modelId="{29BF6443-3A9C-4EC3-BD6F-0A466FEBF7A6}" type="presParOf" srcId="{08954BAB-A3CD-4417-939A-F1711E90D255}" destId="{F4FF1F5B-66AF-41FF-ABBA-FFFCCCB93064}" srcOrd="0" destOrd="0" presId="urn:microsoft.com/office/officeart/2005/8/layout/process1"/>
    <dgm:cxn modelId="{FABDF353-BD78-44B4-92DE-061B6375A259}" type="presParOf" srcId="{F7D995C4-6AF4-4BC0-9367-0010B391BF33}" destId="{DED3D8D2-D883-4282-AFA6-69801A5017ED}" srcOrd="4" destOrd="0" presId="urn:microsoft.com/office/officeart/2005/8/layout/process1"/>
    <dgm:cxn modelId="{E0D26DEC-0032-479A-ACD4-1C9B0A4FAE7A}" type="presParOf" srcId="{F7D995C4-6AF4-4BC0-9367-0010B391BF33}" destId="{DC95D2B8-7627-4BD8-8D17-89FB4D9C221D}" srcOrd="5" destOrd="0" presId="urn:microsoft.com/office/officeart/2005/8/layout/process1"/>
    <dgm:cxn modelId="{5F97ED8F-F9A7-4423-BBB8-F0A4E4C63D8A}" type="presParOf" srcId="{DC95D2B8-7627-4BD8-8D17-89FB4D9C221D}" destId="{C6785B65-0918-4F3F-828F-8481D638AA9D}" srcOrd="0" destOrd="0" presId="urn:microsoft.com/office/officeart/2005/8/layout/process1"/>
    <dgm:cxn modelId="{5908DF19-F675-4B1A-AA6B-5E1FCDD2FDA9}" type="presParOf" srcId="{F7D995C4-6AF4-4BC0-9367-0010B391BF33}" destId="{ACF74A89-E2F3-43FA-8BFC-705B65AE1CB9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238856-D0E1-41FA-BA49-EDDA9011C814}">
      <dsp:nvSpPr>
        <dsp:cNvPr id="0" name=""/>
        <dsp:cNvSpPr/>
      </dsp:nvSpPr>
      <dsp:spPr>
        <a:xfrm>
          <a:off x="4026" y="642568"/>
          <a:ext cx="1760465" cy="10562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IF</a:t>
          </a:r>
        </a:p>
      </dsp:txBody>
      <dsp:txXfrm>
        <a:off x="34963" y="673505"/>
        <a:ext cx="1698591" cy="994405"/>
      </dsp:txXfrm>
    </dsp:sp>
    <dsp:sp modelId="{885A0A14-0AE0-449B-81CE-B845809BA957}">
      <dsp:nvSpPr>
        <dsp:cNvPr id="0" name=""/>
        <dsp:cNvSpPr/>
      </dsp:nvSpPr>
      <dsp:spPr>
        <a:xfrm>
          <a:off x="1940538" y="952410"/>
          <a:ext cx="373218" cy="4365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940538" y="1039729"/>
        <a:ext cx="261253" cy="261957"/>
      </dsp:txXfrm>
    </dsp:sp>
    <dsp:sp modelId="{6E5E3633-7B20-476A-808B-7876E9130136}">
      <dsp:nvSpPr>
        <dsp:cNvPr id="0" name=""/>
        <dsp:cNvSpPr/>
      </dsp:nvSpPr>
      <dsp:spPr>
        <a:xfrm>
          <a:off x="2468678" y="642568"/>
          <a:ext cx="1760465" cy="10562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IF ELSE</a:t>
          </a:r>
        </a:p>
      </dsp:txBody>
      <dsp:txXfrm>
        <a:off x="2499615" y="673505"/>
        <a:ext cx="1698591" cy="994405"/>
      </dsp:txXfrm>
    </dsp:sp>
    <dsp:sp modelId="{08954BAB-A3CD-4417-939A-F1711E90D255}">
      <dsp:nvSpPr>
        <dsp:cNvPr id="0" name=""/>
        <dsp:cNvSpPr/>
      </dsp:nvSpPr>
      <dsp:spPr>
        <a:xfrm>
          <a:off x="4405190" y="952410"/>
          <a:ext cx="373218" cy="4365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405190" y="1039729"/>
        <a:ext cx="261253" cy="261957"/>
      </dsp:txXfrm>
    </dsp:sp>
    <dsp:sp modelId="{DED3D8D2-D883-4282-AFA6-69801A5017ED}">
      <dsp:nvSpPr>
        <dsp:cNvPr id="0" name=""/>
        <dsp:cNvSpPr/>
      </dsp:nvSpPr>
      <dsp:spPr>
        <a:xfrm>
          <a:off x="4933330" y="642568"/>
          <a:ext cx="1760465" cy="10562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ELIF</a:t>
          </a:r>
        </a:p>
      </dsp:txBody>
      <dsp:txXfrm>
        <a:off x="4964267" y="673505"/>
        <a:ext cx="1698591" cy="994405"/>
      </dsp:txXfrm>
    </dsp:sp>
    <dsp:sp modelId="{DC95D2B8-7627-4BD8-8D17-89FB4D9C221D}">
      <dsp:nvSpPr>
        <dsp:cNvPr id="0" name=""/>
        <dsp:cNvSpPr/>
      </dsp:nvSpPr>
      <dsp:spPr>
        <a:xfrm>
          <a:off x="6869842" y="952410"/>
          <a:ext cx="373218" cy="4365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869842" y="1039729"/>
        <a:ext cx="261253" cy="261957"/>
      </dsp:txXfrm>
    </dsp:sp>
    <dsp:sp modelId="{ACF74A89-E2F3-43FA-8BFC-705B65AE1CB9}">
      <dsp:nvSpPr>
        <dsp:cNvPr id="0" name=""/>
        <dsp:cNvSpPr/>
      </dsp:nvSpPr>
      <dsp:spPr>
        <a:xfrm>
          <a:off x="7397981" y="642568"/>
          <a:ext cx="1760465" cy="10562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N-IF</a:t>
          </a:r>
        </a:p>
      </dsp:txBody>
      <dsp:txXfrm>
        <a:off x="7428918" y="673505"/>
        <a:ext cx="1698591" cy="9944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27AA2-C240-46A2-936B-74D08DECA3A7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42259B-3E87-49A4-A321-BEF1BD20C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2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2A9FCE2-0C30-425B-BD34-65F77162D4A6}" type="datetime1">
              <a:rPr lang="en-US" smtClean="0"/>
              <a:t>6/14/2024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8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E443-C17D-4310-A66C-8D41202C3877}" type="datetime1">
              <a:rPr lang="en-US" smtClean="0"/>
              <a:t>6/14/2024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48F0-158D-4C7A-9C2F-0DBD8A353A5A}" type="datetime1">
              <a:rPr lang="en-US" smtClean="0"/>
              <a:t>6/14/2024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6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C294F-D308-4C16-BAC1-7A44E6F06E76}" type="datetime1">
              <a:rPr lang="en-US" smtClean="0"/>
              <a:t>6/14/2024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25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1214-69C5-49F8-A264-1AF2D079D60F}" type="datetime1">
              <a:rPr lang="en-US" smtClean="0"/>
              <a:t>6/14/2024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44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F02D-F370-4394-8C74-0D51DD8D5673}" type="datetime1">
              <a:rPr lang="en-US" smtClean="0"/>
              <a:t>6/14/2024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A645-686C-46D7-9A38-B0ED3D5C0FFE}" type="datetime1">
              <a:rPr lang="en-US" smtClean="0"/>
              <a:t>6/14/2024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97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DECDB-27FF-408E-967E-2FF555BB7191}" type="datetime1">
              <a:rPr lang="en-US" smtClean="0"/>
              <a:t>6/14/2024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58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44ED-5725-4050-94BC-CEBBF5F15283}" type="datetime1">
              <a:rPr lang="en-US" smtClean="0"/>
              <a:t>6/14/2024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82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9F2C-D40C-4776-A30F-DAD692012614}" type="datetime1">
              <a:rPr lang="en-US" smtClean="0"/>
              <a:t>6/14/2024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9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E1AC-20E8-47BB-963B-32490DB75DF5}" type="datetime1">
              <a:rPr lang="en-US" smtClean="0"/>
              <a:t>6/14/2024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3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625AC-5F1C-4018-ABA4-E7AC17AAC6A3}" type="datetime1">
              <a:rPr lang="en-US" smtClean="0"/>
              <a:t>6/14/2024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705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600F7-1B31-4E64-A77D-FDAA1B62FFAC}" type="datetime1">
              <a:rPr lang="en-US" smtClean="0"/>
              <a:t>6/14/2024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5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D4620-801E-46F1-9983-AFE60CF14DA0}" type="datetime1">
              <a:rPr lang="en-US" smtClean="0"/>
              <a:t>6/14/2024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6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13EA-3392-4F08-958C-C87303863311}" type="datetime1">
              <a:rPr lang="en-US" smtClean="0"/>
              <a:t>6/14/2024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06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EF8113F-4240-4B8B-90F6-D8BD8BDB6287}" type="datetime1">
              <a:rPr lang="en-US" smtClean="0"/>
              <a:t>6/14/2024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021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1A0F2C2-DD47-4C57-8D93-BCE77E07E1FB}" type="datetime1">
              <a:rPr lang="en-US" smtClean="0"/>
              <a:t>6/14/2024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03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7A210D0-3BBA-41B4-A219-A06473CEBDA9}" type="datetime1">
              <a:rPr lang="en-US" smtClean="0"/>
              <a:t>6/14/2024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90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75D2F71-C3D9-4A89-ADF7-43E4E7BE0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384115"/>
            <a:ext cx="10188907" cy="2677648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Part 9</a:t>
            </a:r>
            <a:br>
              <a:rPr lang="en-US" dirty="0">
                <a:latin typeface="Arial Rounded MT Bold" panose="020F0704030504030204" pitchFamily="34" charset="0"/>
              </a:rPr>
            </a:br>
            <a:br>
              <a:rPr lang="en-US" sz="4000" dirty="0">
                <a:latin typeface="Arial Rounded MT Bold" panose="020F0704030504030204" pitchFamily="34" charset="0"/>
              </a:rPr>
            </a:br>
            <a:r>
              <a:rPr lang="en-US" sz="4000" dirty="0">
                <a:latin typeface="Arial Rounded MT Bold" panose="020F0704030504030204" pitchFamily="34" charset="0"/>
              </a:rPr>
              <a:t>Conditional Statement in Python</a:t>
            </a:r>
            <a:endParaRPr lang="en-US" sz="4800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7EAC1220-5808-4927-8A48-4FD19D79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287049"/>
            <a:ext cx="8825658" cy="4307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Version: 3.o</a:t>
            </a:r>
          </a:p>
          <a:p>
            <a:endParaRPr lang="en-US" sz="2400" dirty="0"/>
          </a:p>
        </p:txBody>
      </p:sp>
      <p:sp>
        <p:nvSpPr>
          <p:cNvPr id="24" name="Subtitle 22">
            <a:extLst>
              <a:ext uri="{FF2B5EF4-FFF2-40B4-BE49-F238E27FC236}">
                <a16:creationId xmlns:a16="http://schemas.microsoft.com/office/drawing/2014/main" id="{EF647C65-2962-495E-8F1A-C5ABE3700C82}"/>
              </a:ext>
            </a:extLst>
          </p:cNvPr>
          <p:cNvSpPr txBox="1">
            <a:spLocks/>
          </p:cNvSpPr>
          <p:nvPr/>
        </p:nvSpPr>
        <p:spPr bwMode="gray">
          <a:xfrm>
            <a:off x="8489743" y="5755393"/>
            <a:ext cx="2981739" cy="430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latin typeface="+mj-lt"/>
              </a:rPr>
              <a:t>Written by: Babar </a:t>
            </a:r>
            <a:r>
              <a:rPr lang="en-US" sz="2000" b="1" dirty="0" err="1">
                <a:solidFill>
                  <a:schemeClr val="bg1"/>
                </a:solidFill>
                <a:latin typeface="+mj-lt"/>
              </a:rPr>
              <a:t>ali</a:t>
            </a:r>
            <a:r>
              <a:rPr lang="en-US" sz="2000" b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19BE65-88D1-4524-9E14-2B34145F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01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688959" y="2195318"/>
            <a:ext cx="5595946" cy="326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Conditional statement are programming language command for handling decisions. </a:t>
            </a:r>
          </a:p>
          <a:p>
            <a:pPr algn="just">
              <a:lnSpc>
                <a:spcPct val="150000"/>
              </a:lnSpc>
            </a:pPr>
            <a:endParaRPr lang="en-US" sz="2000" dirty="0">
              <a:solidFill>
                <a:schemeClr val="bg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Conditional perform different computations or actions depending on whether a programmer defined Boolean condition evaluates to true or false.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750" y="581917"/>
            <a:ext cx="5595945" cy="2036592"/>
          </a:xfrm>
        </p:spPr>
        <p:txBody>
          <a:bodyPr>
            <a:normAutofit/>
          </a:bodyPr>
          <a:lstStyle/>
          <a:p>
            <a:r>
              <a:rPr lang="en-US" sz="3600" dirty="0"/>
              <a:t>Conditional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DFA063C3-0B8B-4BFA-8247-3ACD6633FC7B}"/>
              </a:ext>
            </a:extLst>
          </p:cNvPr>
          <p:cNvSpPr/>
          <p:nvPr/>
        </p:nvSpPr>
        <p:spPr>
          <a:xfrm>
            <a:off x="8100185" y="2110329"/>
            <a:ext cx="2139919" cy="158883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Condition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D39AC16-24A3-4F42-B520-261106B217A4}"/>
              </a:ext>
            </a:extLst>
          </p:cNvPr>
          <p:cNvCxnSpPr>
            <a:cxnSpLocks/>
          </p:cNvCxnSpPr>
          <p:nvPr/>
        </p:nvCxnSpPr>
        <p:spPr>
          <a:xfrm>
            <a:off x="9170145" y="1170718"/>
            <a:ext cx="0" cy="93961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5E4E3E3-FDD8-43D9-AFC3-E27443DEF3C5}"/>
              </a:ext>
            </a:extLst>
          </p:cNvPr>
          <p:cNvCxnSpPr>
            <a:cxnSpLocks/>
          </p:cNvCxnSpPr>
          <p:nvPr/>
        </p:nvCxnSpPr>
        <p:spPr>
          <a:xfrm>
            <a:off x="10735707" y="2904744"/>
            <a:ext cx="35932" cy="137630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E2A7DBE-E625-476F-A062-864572B772F5}"/>
              </a:ext>
            </a:extLst>
          </p:cNvPr>
          <p:cNvCxnSpPr>
            <a:cxnSpLocks/>
          </p:cNvCxnSpPr>
          <p:nvPr/>
        </p:nvCxnSpPr>
        <p:spPr>
          <a:xfrm>
            <a:off x="7618436" y="2904744"/>
            <a:ext cx="0" cy="137630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ED45685-440F-4309-A72B-D8B54E7A9535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7618436" y="2904744"/>
            <a:ext cx="481749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8874A68-C84C-47BC-AC10-073337183F37}"/>
              </a:ext>
            </a:extLst>
          </p:cNvPr>
          <p:cNvCxnSpPr/>
          <p:nvPr/>
        </p:nvCxnSpPr>
        <p:spPr>
          <a:xfrm flipH="1" flipV="1">
            <a:off x="10240103" y="2904744"/>
            <a:ext cx="481749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Flowchart: Alternate Process 36">
            <a:extLst>
              <a:ext uri="{FF2B5EF4-FFF2-40B4-BE49-F238E27FC236}">
                <a16:creationId xmlns:a16="http://schemas.microsoft.com/office/drawing/2014/main" id="{D562C308-A94A-488D-857A-10EBF1A8F11D}"/>
              </a:ext>
            </a:extLst>
          </p:cNvPr>
          <p:cNvSpPr/>
          <p:nvPr/>
        </p:nvSpPr>
        <p:spPr>
          <a:xfrm>
            <a:off x="6877219" y="4294900"/>
            <a:ext cx="1482434" cy="512612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Statement</a:t>
            </a:r>
          </a:p>
        </p:txBody>
      </p:sp>
      <p:sp>
        <p:nvSpPr>
          <p:cNvPr id="42" name="Flowchart: Alternate Process 41">
            <a:extLst>
              <a:ext uri="{FF2B5EF4-FFF2-40B4-BE49-F238E27FC236}">
                <a16:creationId xmlns:a16="http://schemas.microsoft.com/office/drawing/2014/main" id="{5915ACE8-C541-4E72-BAF0-F466BDD73784}"/>
              </a:ext>
            </a:extLst>
          </p:cNvPr>
          <p:cNvSpPr/>
          <p:nvPr/>
        </p:nvSpPr>
        <p:spPr>
          <a:xfrm>
            <a:off x="10030422" y="4294900"/>
            <a:ext cx="1482434" cy="512612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Statement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9DB85F-B7D5-46A4-A830-E7912D379B9F}"/>
              </a:ext>
            </a:extLst>
          </p:cNvPr>
          <p:cNvCxnSpPr>
            <a:cxnSpLocks/>
          </p:cNvCxnSpPr>
          <p:nvPr/>
        </p:nvCxnSpPr>
        <p:spPr>
          <a:xfrm flipH="1">
            <a:off x="8373508" y="4551206"/>
            <a:ext cx="167076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0DC7D0E-3973-4854-B541-C3E644FE9097}"/>
              </a:ext>
            </a:extLst>
          </p:cNvPr>
          <p:cNvCxnSpPr>
            <a:cxnSpLocks/>
          </p:cNvCxnSpPr>
          <p:nvPr/>
        </p:nvCxnSpPr>
        <p:spPr>
          <a:xfrm>
            <a:off x="9208892" y="4551206"/>
            <a:ext cx="0" cy="93961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CB91B5C6-01EA-452A-9962-168BF8428E28}"/>
              </a:ext>
            </a:extLst>
          </p:cNvPr>
          <p:cNvSpPr/>
          <p:nvPr/>
        </p:nvSpPr>
        <p:spPr>
          <a:xfrm>
            <a:off x="8470221" y="5490817"/>
            <a:ext cx="1482430" cy="5126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Result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D8D467-5B36-4003-9D3E-DB7A53D0E6CC}"/>
              </a:ext>
            </a:extLst>
          </p:cNvPr>
          <p:cNvSpPr txBox="1"/>
          <p:nvPr/>
        </p:nvSpPr>
        <p:spPr>
          <a:xfrm>
            <a:off x="7729577" y="2449232"/>
            <a:ext cx="741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True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6B86ED-DD1F-4098-8D31-A17AE114456F}"/>
              </a:ext>
            </a:extLst>
          </p:cNvPr>
          <p:cNvSpPr txBox="1"/>
          <p:nvPr/>
        </p:nvSpPr>
        <p:spPr>
          <a:xfrm>
            <a:off x="10056262" y="2449232"/>
            <a:ext cx="741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8647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37" grpId="0" animBg="1"/>
      <p:bldP spid="42" grpId="0" animBg="1"/>
      <p:bldP spid="48" grpId="0" animBg="1"/>
      <p:bldP spid="49" grpId="0"/>
      <p:bldP spid="5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Conditional Statement in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BF218D1-ED3B-4D17-963B-7619DA35F6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705633"/>
              </p:ext>
            </p:extLst>
          </p:nvPr>
        </p:nvGraphicFramePr>
        <p:xfrm>
          <a:off x="1514763" y="2775230"/>
          <a:ext cx="9162474" cy="23414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663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C238856-D0E1-41FA-BA49-EDDA9011C8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graphicEl>
                                              <a:dgm id="{5C238856-D0E1-41FA-BA49-EDDA9011C81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graphicEl>
                                              <a:dgm id="{5C238856-D0E1-41FA-BA49-EDDA9011C8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graphicEl>
                                              <a:dgm id="{5C238856-D0E1-41FA-BA49-EDDA9011C8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85A0A14-0AE0-449B-81CE-B845809BA9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graphicEl>
                                              <a:dgm id="{885A0A14-0AE0-449B-81CE-B845809BA95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graphicEl>
                                              <a:dgm id="{885A0A14-0AE0-449B-81CE-B845809BA9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graphicEl>
                                              <a:dgm id="{885A0A14-0AE0-449B-81CE-B845809BA9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E5E3633-7B20-476A-808B-7876E91301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graphicEl>
                                              <a:dgm id="{6E5E3633-7B20-476A-808B-7876E91301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graphicEl>
                                              <a:dgm id="{6E5E3633-7B20-476A-808B-7876E91301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graphicEl>
                                              <a:dgm id="{6E5E3633-7B20-476A-808B-7876E91301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8954BAB-A3CD-4417-939A-F1711E90D2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graphicEl>
                                              <a:dgm id="{08954BAB-A3CD-4417-939A-F1711E90D2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graphicEl>
                                              <a:dgm id="{08954BAB-A3CD-4417-939A-F1711E90D2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graphicEl>
                                              <a:dgm id="{08954BAB-A3CD-4417-939A-F1711E90D2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ED3D8D2-D883-4282-AFA6-69801A5017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graphicEl>
                                              <a:dgm id="{DED3D8D2-D883-4282-AFA6-69801A5017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graphicEl>
                                              <a:dgm id="{DED3D8D2-D883-4282-AFA6-69801A5017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graphicEl>
                                              <a:dgm id="{DED3D8D2-D883-4282-AFA6-69801A5017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C95D2B8-7627-4BD8-8D17-89FB4D9C22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graphicEl>
                                              <a:dgm id="{DC95D2B8-7627-4BD8-8D17-89FB4D9C22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graphicEl>
                                              <a:dgm id="{DC95D2B8-7627-4BD8-8D17-89FB4D9C22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graphicEl>
                                              <a:dgm id="{DC95D2B8-7627-4BD8-8D17-89FB4D9C22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CF74A89-E2F3-43FA-8BFC-705B65AE1C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graphicEl>
                                              <a:dgm id="{ACF74A89-E2F3-43FA-8BFC-705B65AE1C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graphicEl>
                                              <a:dgm id="{ACF74A89-E2F3-43FA-8BFC-705B65AE1C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graphicEl>
                                              <a:dgm id="{ACF74A89-E2F3-43FA-8BFC-705B65AE1C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619684" y="2264593"/>
            <a:ext cx="559594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chemeClr val="bg1"/>
                </a:solidFill>
              </a:rPr>
              <a:t>The if statement will execute a block of code if a specified condition is true. 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Otherwise, the block of code within the if statement is not executed.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750" y="581917"/>
            <a:ext cx="5595945" cy="2036592"/>
          </a:xfrm>
        </p:spPr>
        <p:txBody>
          <a:bodyPr>
            <a:normAutofit/>
          </a:bodyPr>
          <a:lstStyle/>
          <a:p>
            <a:r>
              <a:rPr lang="en-US" sz="3600" dirty="0"/>
              <a:t>IF Condition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DFA063C3-0B8B-4BFA-8247-3ACD6633FC7B}"/>
              </a:ext>
            </a:extLst>
          </p:cNvPr>
          <p:cNvSpPr/>
          <p:nvPr/>
        </p:nvSpPr>
        <p:spPr>
          <a:xfrm>
            <a:off x="7559856" y="1763960"/>
            <a:ext cx="2139919" cy="158883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Condition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D39AC16-24A3-4F42-B520-261106B217A4}"/>
              </a:ext>
            </a:extLst>
          </p:cNvPr>
          <p:cNvCxnSpPr>
            <a:cxnSpLocks/>
          </p:cNvCxnSpPr>
          <p:nvPr/>
        </p:nvCxnSpPr>
        <p:spPr>
          <a:xfrm>
            <a:off x="8629815" y="1108358"/>
            <a:ext cx="1" cy="65560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5E4E3E3-FDD8-43D9-AFC3-E27443DEF3C5}"/>
              </a:ext>
            </a:extLst>
          </p:cNvPr>
          <p:cNvCxnSpPr>
            <a:cxnSpLocks/>
          </p:cNvCxnSpPr>
          <p:nvPr/>
        </p:nvCxnSpPr>
        <p:spPr>
          <a:xfrm>
            <a:off x="10195378" y="2558375"/>
            <a:ext cx="35932" cy="137630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8874A68-C84C-47BC-AC10-073337183F37}"/>
              </a:ext>
            </a:extLst>
          </p:cNvPr>
          <p:cNvCxnSpPr/>
          <p:nvPr/>
        </p:nvCxnSpPr>
        <p:spPr>
          <a:xfrm flipH="1" flipV="1">
            <a:off x="9699774" y="2558375"/>
            <a:ext cx="481749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Flowchart: Alternate Process 41">
            <a:extLst>
              <a:ext uri="{FF2B5EF4-FFF2-40B4-BE49-F238E27FC236}">
                <a16:creationId xmlns:a16="http://schemas.microsoft.com/office/drawing/2014/main" id="{5915ACE8-C541-4E72-BAF0-F466BDD73784}"/>
              </a:ext>
            </a:extLst>
          </p:cNvPr>
          <p:cNvSpPr/>
          <p:nvPr/>
        </p:nvSpPr>
        <p:spPr>
          <a:xfrm>
            <a:off x="9395926" y="3906963"/>
            <a:ext cx="1634836" cy="59575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inside if body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6B86ED-DD1F-4098-8D31-A17AE114456F}"/>
              </a:ext>
            </a:extLst>
          </p:cNvPr>
          <p:cNvSpPr txBox="1"/>
          <p:nvPr/>
        </p:nvSpPr>
        <p:spPr>
          <a:xfrm>
            <a:off x="9588400" y="2146636"/>
            <a:ext cx="741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64555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42" grpId="0" animBg="1"/>
      <p:bldP spid="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365591" cy="706964"/>
          </a:xfrm>
        </p:spPr>
        <p:txBody>
          <a:bodyPr>
            <a:normAutofit/>
          </a:bodyPr>
          <a:lstStyle/>
          <a:p>
            <a:r>
              <a:rPr lang="en-US" sz="3600" dirty="0"/>
              <a:t>IF Condition Syntax &amp;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5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F28241-77BE-468B-B556-7B287C6D6C9F}"/>
              </a:ext>
            </a:extLst>
          </p:cNvPr>
          <p:cNvSpPr txBox="1"/>
          <p:nvPr/>
        </p:nvSpPr>
        <p:spPr>
          <a:xfrm>
            <a:off x="5306294" y="3266671"/>
            <a:ext cx="6096000" cy="230832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340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If condition in python.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 is greater than B"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91852C-C6A4-4156-9FCF-5C93A22C3C17}"/>
              </a:ext>
            </a:extLst>
          </p:cNvPr>
          <p:cNvSpPr txBox="1"/>
          <p:nvPr/>
        </p:nvSpPr>
        <p:spPr>
          <a:xfrm>
            <a:off x="700261" y="3266671"/>
            <a:ext cx="3179012" cy="9571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if </a:t>
            </a:r>
            <a:r>
              <a:rPr lang="en-US" sz="2000" b="1" dirty="0"/>
              <a:t>condition</a:t>
            </a:r>
            <a:r>
              <a:rPr lang="en-US" sz="2000" dirty="0"/>
              <a:t>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/>
              <a:t>statement</a:t>
            </a:r>
          </a:p>
        </p:txBody>
      </p:sp>
      <p:sp>
        <p:nvSpPr>
          <p:cNvPr id="23" name="Title 7">
            <a:extLst>
              <a:ext uri="{FF2B5EF4-FFF2-40B4-BE49-F238E27FC236}">
                <a16:creationId xmlns:a16="http://schemas.microsoft.com/office/drawing/2014/main" id="{359B1BB9-6AE6-45C4-B7AE-121FFEDC7C0A}"/>
              </a:ext>
            </a:extLst>
          </p:cNvPr>
          <p:cNvSpPr txBox="1">
            <a:spLocks/>
          </p:cNvSpPr>
          <p:nvPr/>
        </p:nvSpPr>
        <p:spPr bwMode="gray">
          <a:xfrm>
            <a:off x="584400" y="2380211"/>
            <a:ext cx="5730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24" name="Title 7">
            <a:extLst>
              <a:ext uri="{FF2B5EF4-FFF2-40B4-BE49-F238E27FC236}">
                <a16:creationId xmlns:a16="http://schemas.microsoft.com/office/drawing/2014/main" id="{E6693FF4-C44E-4E48-995A-CFDF00943FC5}"/>
              </a:ext>
            </a:extLst>
          </p:cNvPr>
          <p:cNvSpPr txBox="1">
            <a:spLocks/>
          </p:cNvSpPr>
          <p:nvPr/>
        </p:nvSpPr>
        <p:spPr bwMode="gray">
          <a:xfrm>
            <a:off x="5200482" y="2380211"/>
            <a:ext cx="5730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36162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/>
          </a:bodyPr>
          <a:lstStyle/>
          <a:p>
            <a:r>
              <a:rPr lang="en-US" sz="3600" dirty="0"/>
              <a:t>Indentation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49F78A-81C8-4A3B-BED9-F55EC5D04D28}"/>
              </a:ext>
            </a:extLst>
          </p:cNvPr>
          <p:cNvSpPr txBox="1"/>
          <p:nvPr/>
        </p:nvSpPr>
        <p:spPr>
          <a:xfrm>
            <a:off x="732406" y="3164113"/>
            <a:ext cx="10699480" cy="959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Python relies on indentation (whitespace at the beginning of a line) to define scope in the code. Other programming languages often use curly-brackets for this purpose.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49998007-24C6-49D3-9E6C-249BEBC5D554}"/>
              </a:ext>
            </a:extLst>
          </p:cNvPr>
          <p:cNvSpPr txBox="1">
            <a:spLocks/>
          </p:cNvSpPr>
          <p:nvPr/>
        </p:nvSpPr>
        <p:spPr bwMode="gray">
          <a:xfrm>
            <a:off x="732406" y="2339173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Indentation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55491-67A7-4123-8E5D-D0428B094644}"/>
              </a:ext>
            </a:extLst>
          </p:cNvPr>
          <p:cNvSpPr txBox="1"/>
          <p:nvPr/>
        </p:nvSpPr>
        <p:spPr>
          <a:xfrm>
            <a:off x="801679" y="4915396"/>
            <a:ext cx="6374976" cy="14187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/>
              <a:t>if </a:t>
            </a:r>
            <a:r>
              <a:rPr lang="en-US" sz="2000" b="1" dirty="0"/>
              <a:t>condition</a:t>
            </a:r>
            <a:r>
              <a:rPr lang="en-US" sz="2000" dirty="0"/>
              <a:t>: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	____________________________________________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	____________________________________________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4A30B01F-6CD7-4D15-97CB-E161D756E5D6}"/>
              </a:ext>
            </a:extLst>
          </p:cNvPr>
          <p:cNvSpPr txBox="1">
            <a:spLocks/>
          </p:cNvSpPr>
          <p:nvPr/>
        </p:nvSpPr>
        <p:spPr bwMode="gray">
          <a:xfrm>
            <a:off x="676984" y="4136605"/>
            <a:ext cx="2571920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Example :</a:t>
            </a:r>
          </a:p>
        </p:txBody>
      </p:sp>
    </p:spTree>
    <p:extLst>
      <p:ext uri="{BB962C8B-B14F-4D97-AF65-F5344CB8AC3E}">
        <p14:creationId xmlns:p14="http://schemas.microsoft.com/office/powerpoint/2010/main" val="81489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618952" y="2537183"/>
            <a:ext cx="55959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chemeClr val="bg1"/>
                </a:solidFill>
              </a:rPr>
              <a:t>The “if else” statement will execute a block of code if a specified condition is true. 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Otherwise, the “else” statement will executed. The “if else” condition is used for both whether a condition is true or false.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750" y="581917"/>
            <a:ext cx="5595945" cy="2036592"/>
          </a:xfrm>
        </p:spPr>
        <p:txBody>
          <a:bodyPr>
            <a:normAutofit/>
          </a:bodyPr>
          <a:lstStyle/>
          <a:p>
            <a:r>
              <a:rPr lang="en-US" sz="3600" dirty="0"/>
              <a:t>IF Else Condition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DFA063C3-0B8B-4BFA-8247-3ACD6633FC7B}"/>
              </a:ext>
            </a:extLst>
          </p:cNvPr>
          <p:cNvSpPr/>
          <p:nvPr/>
        </p:nvSpPr>
        <p:spPr>
          <a:xfrm>
            <a:off x="7048837" y="1618493"/>
            <a:ext cx="2139919" cy="158883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Test Expression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D39AC16-24A3-4F42-B520-261106B217A4}"/>
              </a:ext>
            </a:extLst>
          </p:cNvPr>
          <p:cNvCxnSpPr>
            <a:cxnSpLocks/>
          </p:cNvCxnSpPr>
          <p:nvPr/>
        </p:nvCxnSpPr>
        <p:spPr>
          <a:xfrm>
            <a:off x="8118796" y="962891"/>
            <a:ext cx="1" cy="65560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5E4E3E3-FDD8-43D9-AFC3-E27443DEF3C5}"/>
              </a:ext>
            </a:extLst>
          </p:cNvPr>
          <p:cNvCxnSpPr>
            <a:cxnSpLocks/>
          </p:cNvCxnSpPr>
          <p:nvPr/>
        </p:nvCxnSpPr>
        <p:spPr>
          <a:xfrm>
            <a:off x="10404775" y="2412908"/>
            <a:ext cx="30333" cy="138323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8874A68-C84C-47BC-AC10-073337183F37}"/>
              </a:ext>
            </a:extLst>
          </p:cNvPr>
          <p:cNvCxnSpPr>
            <a:cxnSpLocks/>
          </p:cNvCxnSpPr>
          <p:nvPr/>
        </p:nvCxnSpPr>
        <p:spPr>
          <a:xfrm flipH="1">
            <a:off x="9188756" y="2393776"/>
            <a:ext cx="1216019" cy="191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Flowchart: Alternate Process 41">
            <a:extLst>
              <a:ext uri="{FF2B5EF4-FFF2-40B4-BE49-F238E27FC236}">
                <a16:creationId xmlns:a16="http://schemas.microsoft.com/office/drawing/2014/main" id="{5915ACE8-C541-4E72-BAF0-F466BDD73784}"/>
              </a:ext>
            </a:extLst>
          </p:cNvPr>
          <p:cNvSpPr/>
          <p:nvPr/>
        </p:nvSpPr>
        <p:spPr>
          <a:xfrm>
            <a:off x="9617690" y="3791013"/>
            <a:ext cx="1634836" cy="59575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Body of else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B91B5C6-01EA-452A-9962-168BF8428E28}"/>
              </a:ext>
            </a:extLst>
          </p:cNvPr>
          <p:cNvSpPr/>
          <p:nvPr/>
        </p:nvSpPr>
        <p:spPr>
          <a:xfrm>
            <a:off x="7380269" y="3840120"/>
            <a:ext cx="1477053" cy="4975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Body of IF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6B86ED-DD1F-4098-8D31-A17AE114456F}"/>
              </a:ext>
            </a:extLst>
          </p:cNvPr>
          <p:cNvSpPr txBox="1"/>
          <p:nvPr/>
        </p:nvSpPr>
        <p:spPr>
          <a:xfrm>
            <a:off x="9286852" y="2074354"/>
            <a:ext cx="741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False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6678361-C9E1-4394-8165-83E933A915BF}"/>
              </a:ext>
            </a:extLst>
          </p:cNvPr>
          <p:cNvCxnSpPr>
            <a:cxnSpLocks/>
          </p:cNvCxnSpPr>
          <p:nvPr/>
        </p:nvCxnSpPr>
        <p:spPr>
          <a:xfrm flipV="1">
            <a:off x="10435109" y="4412277"/>
            <a:ext cx="0" cy="60306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2B99127-589E-4CC4-B43B-AF3C9270C5CD}"/>
              </a:ext>
            </a:extLst>
          </p:cNvPr>
          <p:cNvCxnSpPr>
            <a:cxnSpLocks/>
          </p:cNvCxnSpPr>
          <p:nvPr/>
        </p:nvCxnSpPr>
        <p:spPr>
          <a:xfrm flipH="1">
            <a:off x="8118796" y="3207324"/>
            <a:ext cx="2252" cy="65560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0A1C208-0C24-47F0-BCC3-C739D1705934}"/>
              </a:ext>
            </a:extLst>
          </p:cNvPr>
          <p:cNvCxnSpPr>
            <a:cxnSpLocks/>
          </p:cNvCxnSpPr>
          <p:nvPr/>
        </p:nvCxnSpPr>
        <p:spPr>
          <a:xfrm flipH="1">
            <a:off x="8118795" y="4347419"/>
            <a:ext cx="33" cy="140221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5285006-66F0-4E27-ADAD-0FAD5F33C4E7}"/>
              </a:ext>
            </a:extLst>
          </p:cNvPr>
          <p:cNvCxnSpPr>
            <a:cxnSpLocks/>
          </p:cNvCxnSpPr>
          <p:nvPr/>
        </p:nvCxnSpPr>
        <p:spPr>
          <a:xfrm flipH="1">
            <a:off x="8118795" y="5015345"/>
            <a:ext cx="2301147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8BB878F-EBCE-4D2B-B87F-3B01ED9B256F}"/>
              </a:ext>
            </a:extLst>
          </p:cNvPr>
          <p:cNvSpPr txBox="1"/>
          <p:nvPr/>
        </p:nvSpPr>
        <p:spPr>
          <a:xfrm>
            <a:off x="8166327" y="3425381"/>
            <a:ext cx="6457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4265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42" grpId="0" animBg="1"/>
      <p:bldP spid="48" grpId="0" animBg="1"/>
      <p:bldP spid="50" grpId="0"/>
      <p:bldP spid="5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7587264" cy="706964"/>
          </a:xfrm>
        </p:spPr>
        <p:txBody>
          <a:bodyPr>
            <a:normAutofit/>
          </a:bodyPr>
          <a:lstStyle/>
          <a:p>
            <a:r>
              <a:rPr lang="en-US" sz="3600" dirty="0"/>
              <a:t>IF Else Condition Syntax,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E9B1C3-AFB6-42E5-A3EE-9FD0E7DE94BA}"/>
              </a:ext>
            </a:extLst>
          </p:cNvPr>
          <p:cNvSpPr txBox="1"/>
          <p:nvPr/>
        </p:nvSpPr>
        <p:spPr>
          <a:xfrm>
            <a:off x="5971310" y="3429000"/>
            <a:ext cx="4527924" cy="258532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340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If condition in python.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 is greater than B"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 is greater than A"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A636DC-E1B9-4802-B372-9D7E8A4140B9}"/>
              </a:ext>
            </a:extLst>
          </p:cNvPr>
          <p:cNvSpPr txBox="1"/>
          <p:nvPr/>
        </p:nvSpPr>
        <p:spPr>
          <a:xfrm>
            <a:off x="822449" y="3429000"/>
            <a:ext cx="3567547" cy="18802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/>
              <a:t>if </a:t>
            </a:r>
            <a:r>
              <a:rPr lang="en-US" sz="2000" b="1" dirty="0"/>
              <a:t>condition</a:t>
            </a:r>
            <a:r>
              <a:rPr lang="en-US" sz="2000" dirty="0"/>
              <a:t>: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	statement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else: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	statement 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4A68BF2-9692-4719-8AEA-C1565DAF5D8D}"/>
              </a:ext>
            </a:extLst>
          </p:cNvPr>
          <p:cNvSpPr txBox="1">
            <a:spLocks/>
          </p:cNvSpPr>
          <p:nvPr/>
        </p:nvSpPr>
        <p:spPr bwMode="gray">
          <a:xfrm>
            <a:off x="697754" y="2553224"/>
            <a:ext cx="2571920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69E27F9E-9A27-4863-BE52-2F4A269A1759}"/>
              </a:ext>
            </a:extLst>
          </p:cNvPr>
          <p:cNvSpPr txBox="1">
            <a:spLocks/>
          </p:cNvSpPr>
          <p:nvPr/>
        </p:nvSpPr>
        <p:spPr bwMode="gray">
          <a:xfrm>
            <a:off x="5837790" y="2553224"/>
            <a:ext cx="2571920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50079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604648" y="2537183"/>
            <a:ext cx="574470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chemeClr val="bg1"/>
                </a:solidFill>
              </a:rPr>
              <a:t>The “ELIF” is short for else if. It allow us to check for multiple expressions.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If the condition for if is False, it checks the condition of the next “ELIF” block and so on. 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If all the conditions are False, the body of else is executed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750" y="581917"/>
            <a:ext cx="5595945" cy="2036592"/>
          </a:xfrm>
        </p:spPr>
        <p:txBody>
          <a:bodyPr>
            <a:normAutofit/>
          </a:bodyPr>
          <a:lstStyle/>
          <a:p>
            <a:r>
              <a:rPr lang="en-US" sz="3600" dirty="0"/>
              <a:t>ELIF Condition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DFA063C3-0B8B-4BFA-8247-3ACD6633FC7B}"/>
              </a:ext>
            </a:extLst>
          </p:cNvPr>
          <p:cNvSpPr/>
          <p:nvPr/>
        </p:nvSpPr>
        <p:spPr>
          <a:xfrm>
            <a:off x="6839625" y="1424112"/>
            <a:ext cx="1881703" cy="137630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Text Expression of </a:t>
            </a:r>
            <a:r>
              <a:rPr lang="en-US" sz="1200" dirty="0" err="1"/>
              <a:t>iF</a:t>
            </a:r>
            <a:endParaRPr lang="en-US" sz="12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D39AC16-24A3-4F42-B520-261106B217A4}"/>
              </a:ext>
            </a:extLst>
          </p:cNvPr>
          <p:cNvCxnSpPr>
            <a:cxnSpLocks/>
          </p:cNvCxnSpPr>
          <p:nvPr/>
        </p:nvCxnSpPr>
        <p:spPr>
          <a:xfrm>
            <a:off x="7780476" y="768510"/>
            <a:ext cx="1" cy="65560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5E4E3E3-FDD8-43D9-AFC3-E27443DEF3C5}"/>
              </a:ext>
            </a:extLst>
          </p:cNvPr>
          <p:cNvCxnSpPr>
            <a:cxnSpLocks/>
          </p:cNvCxnSpPr>
          <p:nvPr/>
        </p:nvCxnSpPr>
        <p:spPr>
          <a:xfrm>
            <a:off x="9716861" y="2112265"/>
            <a:ext cx="17964" cy="81104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8874A68-C84C-47BC-AC10-073337183F37}"/>
              </a:ext>
            </a:extLst>
          </p:cNvPr>
          <p:cNvCxnSpPr>
            <a:cxnSpLocks/>
          </p:cNvCxnSpPr>
          <p:nvPr/>
        </p:nvCxnSpPr>
        <p:spPr>
          <a:xfrm flipH="1">
            <a:off x="8726516" y="2112265"/>
            <a:ext cx="982088" cy="153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CB91B5C6-01EA-452A-9962-168BF8428E28}"/>
              </a:ext>
            </a:extLst>
          </p:cNvPr>
          <p:cNvSpPr/>
          <p:nvPr/>
        </p:nvSpPr>
        <p:spPr>
          <a:xfrm>
            <a:off x="7173330" y="3954921"/>
            <a:ext cx="1214291" cy="3612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Body of IF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6B86ED-DD1F-4098-8D31-A17AE114456F}"/>
              </a:ext>
            </a:extLst>
          </p:cNvPr>
          <p:cNvSpPr txBox="1"/>
          <p:nvPr/>
        </p:nvSpPr>
        <p:spPr>
          <a:xfrm>
            <a:off x="8896629" y="1767878"/>
            <a:ext cx="7412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False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9A3C34D-62AA-410B-8A70-8A76A2088644}"/>
              </a:ext>
            </a:extLst>
          </p:cNvPr>
          <p:cNvCxnSpPr>
            <a:cxnSpLocks/>
          </p:cNvCxnSpPr>
          <p:nvPr/>
        </p:nvCxnSpPr>
        <p:spPr>
          <a:xfrm>
            <a:off x="7806857" y="2800418"/>
            <a:ext cx="0" cy="118456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Diamond 22">
            <a:extLst>
              <a:ext uri="{FF2B5EF4-FFF2-40B4-BE49-F238E27FC236}">
                <a16:creationId xmlns:a16="http://schemas.microsoft.com/office/drawing/2014/main" id="{BE30E351-35AB-42C3-B89D-668BEF3C2CB2}"/>
              </a:ext>
            </a:extLst>
          </p:cNvPr>
          <p:cNvSpPr/>
          <p:nvPr/>
        </p:nvSpPr>
        <p:spPr>
          <a:xfrm>
            <a:off x="8767752" y="2923168"/>
            <a:ext cx="1881703" cy="137630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Text Expression of ELIF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57FCFED-2C8B-4E94-9BF5-02D6C2097A0E}"/>
              </a:ext>
            </a:extLst>
          </p:cNvPr>
          <p:cNvCxnSpPr>
            <a:cxnSpLocks/>
          </p:cNvCxnSpPr>
          <p:nvPr/>
        </p:nvCxnSpPr>
        <p:spPr>
          <a:xfrm flipH="1">
            <a:off x="10649457" y="3611321"/>
            <a:ext cx="74940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4841E74-3A2E-43EE-9860-248409B38093}"/>
              </a:ext>
            </a:extLst>
          </p:cNvPr>
          <p:cNvSpPr/>
          <p:nvPr/>
        </p:nvSpPr>
        <p:spPr>
          <a:xfrm>
            <a:off x="9101457" y="4911116"/>
            <a:ext cx="1214291" cy="3612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Body of ELIF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0C6DFF-957F-4E17-B9B8-B21931888203}"/>
              </a:ext>
            </a:extLst>
          </p:cNvPr>
          <p:cNvCxnSpPr>
            <a:cxnSpLocks/>
          </p:cNvCxnSpPr>
          <p:nvPr/>
        </p:nvCxnSpPr>
        <p:spPr>
          <a:xfrm flipH="1">
            <a:off x="9708603" y="4316145"/>
            <a:ext cx="8258" cy="59497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F240BE9-B78D-4FC8-BFF0-EE8EABE71691}"/>
              </a:ext>
            </a:extLst>
          </p:cNvPr>
          <p:cNvSpPr/>
          <p:nvPr/>
        </p:nvSpPr>
        <p:spPr>
          <a:xfrm>
            <a:off x="10791712" y="4911116"/>
            <a:ext cx="1214291" cy="3612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Body of ELSE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ADE318-5198-444D-A014-508722E3A25B}"/>
              </a:ext>
            </a:extLst>
          </p:cNvPr>
          <p:cNvCxnSpPr>
            <a:cxnSpLocks/>
          </p:cNvCxnSpPr>
          <p:nvPr/>
        </p:nvCxnSpPr>
        <p:spPr>
          <a:xfrm>
            <a:off x="11398858" y="3611321"/>
            <a:ext cx="0" cy="129979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84D4370-C12A-44B9-9298-258AADA77E19}"/>
              </a:ext>
            </a:extLst>
          </p:cNvPr>
          <p:cNvSpPr txBox="1"/>
          <p:nvPr/>
        </p:nvSpPr>
        <p:spPr>
          <a:xfrm>
            <a:off x="9708602" y="4564227"/>
            <a:ext cx="643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True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8DE0E9-C268-49A3-9CF8-24FB11578CFB}"/>
              </a:ext>
            </a:extLst>
          </p:cNvPr>
          <p:cNvSpPr txBox="1"/>
          <p:nvPr/>
        </p:nvSpPr>
        <p:spPr>
          <a:xfrm>
            <a:off x="10657643" y="3294976"/>
            <a:ext cx="7412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False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474CD5-9B92-4008-9DC6-1392DF102E6E}"/>
              </a:ext>
            </a:extLst>
          </p:cNvPr>
          <p:cNvSpPr txBox="1"/>
          <p:nvPr/>
        </p:nvSpPr>
        <p:spPr>
          <a:xfrm>
            <a:off x="7780475" y="3159484"/>
            <a:ext cx="7412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True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EA35C8A-B472-4747-A7F5-FD038003D6D3}"/>
              </a:ext>
            </a:extLst>
          </p:cNvPr>
          <p:cNvCxnSpPr>
            <a:cxnSpLocks/>
          </p:cNvCxnSpPr>
          <p:nvPr/>
        </p:nvCxnSpPr>
        <p:spPr>
          <a:xfrm>
            <a:off x="11398857" y="5286195"/>
            <a:ext cx="0" cy="48162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1786D99-8BF4-4A39-B42B-55F161710D49}"/>
              </a:ext>
            </a:extLst>
          </p:cNvPr>
          <p:cNvCxnSpPr>
            <a:cxnSpLocks/>
          </p:cNvCxnSpPr>
          <p:nvPr/>
        </p:nvCxnSpPr>
        <p:spPr>
          <a:xfrm>
            <a:off x="7799750" y="4342443"/>
            <a:ext cx="7107" cy="189210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8F2C09B-41D0-46D8-93CB-799166684A5D}"/>
              </a:ext>
            </a:extLst>
          </p:cNvPr>
          <p:cNvCxnSpPr>
            <a:cxnSpLocks/>
          </p:cNvCxnSpPr>
          <p:nvPr/>
        </p:nvCxnSpPr>
        <p:spPr>
          <a:xfrm flipH="1">
            <a:off x="7806858" y="5795526"/>
            <a:ext cx="359199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38A3047-DDDA-4F6D-BE36-E723374901D7}"/>
              </a:ext>
            </a:extLst>
          </p:cNvPr>
          <p:cNvCxnSpPr>
            <a:cxnSpLocks/>
          </p:cNvCxnSpPr>
          <p:nvPr/>
        </p:nvCxnSpPr>
        <p:spPr>
          <a:xfrm>
            <a:off x="9705568" y="5292801"/>
            <a:ext cx="0" cy="50272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493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48" grpId="0" animBg="1"/>
      <p:bldP spid="50" grpId="0"/>
      <p:bldP spid="23" grpId="0" animBg="1"/>
      <p:bldP spid="27" grpId="0" animBg="1"/>
      <p:bldP spid="29" grpId="0" animBg="1"/>
      <p:bldP spid="33" grpId="0"/>
      <p:bldP spid="35" grpId="0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7587264" cy="706964"/>
          </a:xfrm>
        </p:spPr>
        <p:txBody>
          <a:bodyPr>
            <a:normAutofit/>
          </a:bodyPr>
          <a:lstStyle/>
          <a:p>
            <a:r>
              <a:rPr lang="en-US" dirty="0"/>
              <a:t>ELIF</a:t>
            </a:r>
            <a:r>
              <a:rPr lang="en-US" sz="3600" dirty="0"/>
              <a:t> Condition Syntax,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10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A636DC-E1B9-4802-B372-9D7E8A4140B9}"/>
              </a:ext>
            </a:extLst>
          </p:cNvPr>
          <p:cNvSpPr txBox="1"/>
          <p:nvPr/>
        </p:nvSpPr>
        <p:spPr>
          <a:xfrm>
            <a:off x="822449" y="3179611"/>
            <a:ext cx="3567547" cy="326525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/>
              <a:t>if </a:t>
            </a:r>
            <a:r>
              <a:rPr lang="en-US" sz="2000" b="1" dirty="0"/>
              <a:t>condition</a:t>
            </a:r>
            <a:r>
              <a:rPr lang="en-US" sz="2000" dirty="0"/>
              <a:t>: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	statement</a:t>
            </a:r>
          </a:p>
          <a:p>
            <a:pPr algn="l">
              <a:lnSpc>
                <a:spcPct val="150000"/>
              </a:lnSpc>
            </a:pPr>
            <a:r>
              <a:rPr lang="en-US" sz="2000" dirty="0" err="1"/>
              <a:t>elif</a:t>
            </a:r>
            <a:r>
              <a:rPr lang="en-US" sz="2000" dirty="0"/>
              <a:t> </a:t>
            </a:r>
            <a:r>
              <a:rPr lang="en-US" sz="2000" b="1" dirty="0"/>
              <a:t>condition</a:t>
            </a:r>
            <a:r>
              <a:rPr lang="en-US" sz="2000" dirty="0"/>
              <a:t>: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	statement</a:t>
            </a:r>
          </a:p>
          <a:p>
            <a:pPr algn="l">
              <a:lnSpc>
                <a:spcPct val="150000"/>
              </a:lnSpc>
            </a:pPr>
            <a:r>
              <a:rPr lang="en-US" sz="2000" dirty="0" err="1"/>
              <a:t>elif</a:t>
            </a:r>
            <a:r>
              <a:rPr lang="en-US" sz="2000" dirty="0"/>
              <a:t> </a:t>
            </a:r>
            <a:r>
              <a:rPr lang="en-US" sz="2000" b="1" dirty="0"/>
              <a:t>condition</a:t>
            </a:r>
            <a:r>
              <a:rPr lang="en-US" sz="2000" dirty="0"/>
              <a:t>: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	statement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………………... 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4A68BF2-9692-4719-8AEA-C1565DAF5D8D}"/>
              </a:ext>
            </a:extLst>
          </p:cNvPr>
          <p:cNvSpPr txBox="1">
            <a:spLocks/>
          </p:cNvSpPr>
          <p:nvPr/>
        </p:nvSpPr>
        <p:spPr bwMode="gray">
          <a:xfrm>
            <a:off x="697754" y="2303835"/>
            <a:ext cx="2571920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69E27F9E-9A27-4863-BE52-2F4A269A1759}"/>
              </a:ext>
            </a:extLst>
          </p:cNvPr>
          <p:cNvSpPr txBox="1">
            <a:spLocks/>
          </p:cNvSpPr>
          <p:nvPr/>
        </p:nvSpPr>
        <p:spPr bwMode="gray">
          <a:xfrm>
            <a:off x="5837790" y="2303835"/>
            <a:ext cx="2571920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D9C334-5200-4C5D-87A9-854422356FA6}"/>
              </a:ext>
            </a:extLst>
          </p:cNvPr>
          <p:cNvSpPr txBox="1"/>
          <p:nvPr/>
        </p:nvSpPr>
        <p:spPr>
          <a:xfrm>
            <a:off x="5929747" y="3179611"/>
            <a:ext cx="5043055" cy="31393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 is greater than B"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 is greater than A"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 is equal to B"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a Valid value"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856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1006879" y="2436331"/>
            <a:ext cx="10700211" cy="1264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 nested if statement is an if statement placed inside another if statement. </a:t>
            </a:r>
          </a:p>
          <a:p>
            <a:pPr algn="just"/>
            <a:endParaRPr lang="en-US" sz="2000" dirty="0"/>
          </a:p>
          <a:p>
            <a:pPr algn="just">
              <a:lnSpc>
                <a:spcPct val="150000"/>
              </a:lnSpc>
            </a:pPr>
            <a:r>
              <a:rPr lang="en-US" sz="2000" dirty="0"/>
              <a:t>Nested if statement are often used when you must test a combination of conditions.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Nested IF Condition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11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147550-9479-4685-BC88-53BB3AF0ABCA}"/>
              </a:ext>
            </a:extLst>
          </p:cNvPr>
          <p:cNvSpPr txBox="1"/>
          <p:nvPr/>
        </p:nvSpPr>
        <p:spPr>
          <a:xfrm>
            <a:off x="1141099" y="4639982"/>
            <a:ext cx="5578356" cy="18804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/>
              <a:t>if </a:t>
            </a:r>
            <a:r>
              <a:rPr lang="en-US" sz="2000" b="1" dirty="0"/>
              <a:t>condition</a:t>
            </a:r>
            <a:r>
              <a:rPr lang="en-US" sz="2000" dirty="0"/>
              <a:t>: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	___________________________________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	if </a:t>
            </a:r>
            <a:r>
              <a:rPr lang="en-US" sz="2000" b="1" dirty="0"/>
              <a:t>condition</a:t>
            </a:r>
            <a:r>
              <a:rPr lang="en-US" sz="2000" dirty="0"/>
              <a:t>: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		________________________________</a:t>
            </a:r>
          </a:p>
        </p:txBody>
      </p:sp>
      <p:sp>
        <p:nvSpPr>
          <p:cNvPr id="18" name="Title 7">
            <a:extLst>
              <a:ext uri="{FF2B5EF4-FFF2-40B4-BE49-F238E27FC236}">
                <a16:creationId xmlns:a16="http://schemas.microsoft.com/office/drawing/2014/main" id="{87C4B855-9C2E-427D-8ED3-E41BD60CDE2A}"/>
              </a:ext>
            </a:extLst>
          </p:cNvPr>
          <p:cNvSpPr txBox="1">
            <a:spLocks/>
          </p:cNvSpPr>
          <p:nvPr/>
        </p:nvSpPr>
        <p:spPr bwMode="gray">
          <a:xfrm>
            <a:off x="1006879" y="3860804"/>
            <a:ext cx="2571920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Example :</a:t>
            </a:r>
          </a:p>
        </p:txBody>
      </p:sp>
    </p:spTree>
    <p:extLst>
      <p:ext uri="{BB962C8B-B14F-4D97-AF65-F5344CB8AC3E}">
        <p14:creationId xmlns:p14="http://schemas.microsoft.com/office/powerpoint/2010/main" val="1867664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 animBg="1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4844064" cy="706964"/>
          </a:xfrm>
        </p:spPr>
        <p:txBody>
          <a:bodyPr>
            <a:normAutofit/>
          </a:bodyPr>
          <a:lstStyle/>
          <a:p>
            <a:r>
              <a:rPr lang="en-US" sz="3600" dirty="0"/>
              <a:t>Nested IF Diagram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12</a:t>
            </a:fld>
            <a:endParaRPr lang="en-US" dirty="0"/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7190EB2B-5C6B-48B7-B60D-9167C09F6247}"/>
              </a:ext>
            </a:extLst>
          </p:cNvPr>
          <p:cNvSpPr/>
          <p:nvPr/>
        </p:nvSpPr>
        <p:spPr>
          <a:xfrm>
            <a:off x="3215622" y="2755349"/>
            <a:ext cx="1881703" cy="137630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Condition 1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9A2C27F-CE19-4169-9994-024C44CC3E4B}"/>
              </a:ext>
            </a:extLst>
          </p:cNvPr>
          <p:cNvCxnSpPr>
            <a:cxnSpLocks/>
          </p:cNvCxnSpPr>
          <p:nvPr/>
        </p:nvCxnSpPr>
        <p:spPr>
          <a:xfrm>
            <a:off x="4156473" y="2345574"/>
            <a:ext cx="1" cy="40977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CFE0F04-DB37-4480-A445-E38383932458}"/>
              </a:ext>
            </a:extLst>
          </p:cNvPr>
          <p:cNvSpPr/>
          <p:nvPr/>
        </p:nvSpPr>
        <p:spPr>
          <a:xfrm>
            <a:off x="8705513" y="5108875"/>
            <a:ext cx="1214291" cy="3612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68B037-9A64-410A-B677-83B8E361663A}"/>
              </a:ext>
            </a:extLst>
          </p:cNvPr>
          <p:cNvSpPr txBox="1"/>
          <p:nvPr/>
        </p:nvSpPr>
        <p:spPr>
          <a:xfrm>
            <a:off x="6181642" y="3106433"/>
            <a:ext cx="6625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True</a:t>
            </a: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C7AB3AFF-3F95-4D54-91D3-609494A79D31}"/>
              </a:ext>
            </a:extLst>
          </p:cNvPr>
          <p:cNvSpPr/>
          <p:nvPr/>
        </p:nvSpPr>
        <p:spPr>
          <a:xfrm>
            <a:off x="5793715" y="3931239"/>
            <a:ext cx="1881703" cy="137630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Condition 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DEDEFBF-5E80-4CD6-B0D0-1FEE33FA2E48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6734566" y="3454047"/>
            <a:ext cx="1" cy="4771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A9A73EE-9830-493C-A0B2-6EF20FC35FF6}"/>
              </a:ext>
            </a:extLst>
          </p:cNvPr>
          <p:cNvCxnSpPr>
            <a:cxnSpLocks/>
          </p:cNvCxnSpPr>
          <p:nvPr/>
        </p:nvCxnSpPr>
        <p:spPr>
          <a:xfrm flipH="1">
            <a:off x="1896855" y="7112261"/>
            <a:ext cx="359199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2D5D0D-3810-41F1-8074-578B45BBA31D}"/>
              </a:ext>
            </a:extLst>
          </p:cNvPr>
          <p:cNvCxnSpPr>
            <a:stCxn id="18" idx="3"/>
          </p:cNvCxnSpPr>
          <p:nvPr/>
        </p:nvCxnSpPr>
        <p:spPr>
          <a:xfrm>
            <a:off x="5097325" y="3443502"/>
            <a:ext cx="16372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DA06E23-53F2-4C98-AC7A-2BE7ABDDF271}"/>
              </a:ext>
            </a:extLst>
          </p:cNvPr>
          <p:cNvCxnSpPr>
            <a:cxnSpLocks/>
          </p:cNvCxnSpPr>
          <p:nvPr/>
        </p:nvCxnSpPr>
        <p:spPr>
          <a:xfrm>
            <a:off x="9312659" y="4631683"/>
            <a:ext cx="1" cy="4771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7BC26F8-C39F-4A6B-82FD-424ED2A551CF}"/>
              </a:ext>
            </a:extLst>
          </p:cNvPr>
          <p:cNvCxnSpPr/>
          <p:nvPr/>
        </p:nvCxnSpPr>
        <p:spPr>
          <a:xfrm>
            <a:off x="7675418" y="4621138"/>
            <a:ext cx="16372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2F49721-1246-4BD3-8288-5F8B56A7CEE2}"/>
              </a:ext>
            </a:extLst>
          </p:cNvPr>
          <p:cNvCxnSpPr>
            <a:cxnSpLocks/>
          </p:cNvCxnSpPr>
          <p:nvPr/>
        </p:nvCxnSpPr>
        <p:spPr>
          <a:xfrm flipV="1">
            <a:off x="5272272" y="4619392"/>
            <a:ext cx="521443" cy="12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61E88921-296F-4918-A53B-B1C6F1E8B1DB}"/>
              </a:ext>
            </a:extLst>
          </p:cNvPr>
          <p:cNvSpPr/>
          <p:nvPr/>
        </p:nvSpPr>
        <p:spPr>
          <a:xfrm>
            <a:off x="4671522" y="5108875"/>
            <a:ext cx="1214291" cy="3612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Statement1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DC652D3-52D9-4641-AD0E-164DF170CC0E}"/>
              </a:ext>
            </a:extLst>
          </p:cNvPr>
          <p:cNvCxnSpPr>
            <a:cxnSpLocks/>
          </p:cNvCxnSpPr>
          <p:nvPr/>
        </p:nvCxnSpPr>
        <p:spPr>
          <a:xfrm>
            <a:off x="5278668" y="4631683"/>
            <a:ext cx="1" cy="4771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A76EC85-8441-44B0-99DB-6CC5693A1D46}"/>
              </a:ext>
            </a:extLst>
          </p:cNvPr>
          <p:cNvCxnSpPr>
            <a:cxnSpLocks/>
          </p:cNvCxnSpPr>
          <p:nvPr/>
        </p:nvCxnSpPr>
        <p:spPr>
          <a:xfrm>
            <a:off x="5272271" y="5470099"/>
            <a:ext cx="0" cy="977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1FE1D2D-8018-48EE-87B8-A1F9A8B1CE66}"/>
              </a:ext>
            </a:extLst>
          </p:cNvPr>
          <p:cNvCxnSpPr>
            <a:cxnSpLocks/>
          </p:cNvCxnSpPr>
          <p:nvPr/>
        </p:nvCxnSpPr>
        <p:spPr>
          <a:xfrm flipV="1">
            <a:off x="2648130" y="3441756"/>
            <a:ext cx="521443" cy="122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9288B35F-4BA7-4ECF-875E-A4D34587F71F}"/>
              </a:ext>
            </a:extLst>
          </p:cNvPr>
          <p:cNvSpPr/>
          <p:nvPr/>
        </p:nvSpPr>
        <p:spPr>
          <a:xfrm>
            <a:off x="2047380" y="4477897"/>
            <a:ext cx="1214291" cy="3612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Statement3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D29B5B8-B116-4F83-8764-A60BC64D04C3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2654526" y="3454047"/>
            <a:ext cx="0" cy="1023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6E15076-1C36-4594-B11B-00256C3B8C48}"/>
              </a:ext>
            </a:extLst>
          </p:cNvPr>
          <p:cNvCxnSpPr>
            <a:cxnSpLocks/>
          </p:cNvCxnSpPr>
          <p:nvPr/>
        </p:nvCxnSpPr>
        <p:spPr>
          <a:xfrm>
            <a:off x="2648130" y="4860750"/>
            <a:ext cx="6395" cy="12124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481318B-19F2-4B01-9A26-E8D2F6791B8C}"/>
              </a:ext>
            </a:extLst>
          </p:cNvPr>
          <p:cNvCxnSpPr>
            <a:cxnSpLocks/>
          </p:cNvCxnSpPr>
          <p:nvPr/>
        </p:nvCxnSpPr>
        <p:spPr>
          <a:xfrm>
            <a:off x="2654525" y="6073246"/>
            <a:ext cx="26241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178649C-187B-4666-B998-B79C3EE3EC3E}"/>
              </a:ext>
            </a:extLst>
          </p:cNvPr>
          <p:cNvCxnSpPr>
            <a:cxnSpLocks/>
          </p:cNvCxnSpPr>
          <p:nvPr/>
        </p:nvCxnSpPr>
        <p:spPr>
          <a:xfrm flipH="1">
            <a:off x="5272272" y="6073246"/>
            <a:ext cx="4025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42288AD-9CAE-426E-8D1F-9350C7D97E00}"/>
              </a:ext>
            </a:extLst>
          </p:cNvPr>
          <p:cNvCxnSpPr>
            <a:cxnSpLocks/>
          </p:cNvCxnSpPr>
          <p:nvPr/>
        </p:nvCxnSpPr>
        <p:spPr>
          <a:xfrm>
            <a:off x="9297435" y="5466998"/>
            <a:ext cx="0" cy="6062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BBC118F-FDB7-47AD-B518-A887B1B664E2}"/>
              </a:ext>
            </a:extLst>
          </p:cNvPr>
          <p:cNvSpPr txBox="1"/>
          <p:nvPr/>
        </p:nvSpPr>
        <p:spPr>
          <a:xfrm>
            <a:off x="8747074" y="4309997"/>
            <a:ext cx="6625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True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7547270-76AB-4D24-8E1D-E3235500A054}"/>
              </a:ext>
            </a:extLst>
          </p:cNvPr>
          <p:cNvSpPr txBox="1"/>
          <p:nvPr/>
        </p:nvSpPr>
        <p:spPr>
          <a:xfrm>
            <a:off x="5201742" y="4274656"/>
            <a:ext cx="684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False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72D6C7-2E1F-4341-BF8F-8A9FEE742D47}"/>
              </a:ext>
            </a:extLst>
          </p:cNvPr>
          <p:cNvSpPr txBox="1"/>
          <p:nvPr/>
        </p:nvSpPr>
        <p:spPr>
          <a:xfrm>
            <a:off x="2563744" y="3090446"/>
            <a:ext cx="6902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621388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 animBg="1"/>
      <p:bldP spid="27" grpId="0"/>
      <p:bldP spid="28" grpId="0" animBg="1"/>
      <p:bldP spid="44" grpId="0" animBg="1"/>
      <p:bldP spid="49" grpId="0" animBg="1"/>
      <p:bldP spid="62" grpId="0"/>
      <p:bldP spid="63" grpId="0"/>
      <p:bldP spid="6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543229" cy="706964"/>
          </a:xfrm>
        </p:spPr>
        <p:txBody>
          <a:bodyPr>
            <a:normAutofit/>
          </a:bodyPr>
          <a:lstStyle/>
          <a:p>
            <a:r>
              <a:rPr lang="en-US" dirty="0"/>
              <a:t>Nested IF</a:t>
            </a:r>
            <a:r>
              <a:rPr lang="en-US" sz="3600" dirty="0"/>
              <a:t> Condition Syntax,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A636DC-E1B9-4802-B372-9D7E8A4140B9}"/>
              </a:ext>
            </a:extLst>
          </p:cNvPr>
          <p:cNvSpPr txBox="1"/>
          <p:nvPr/>
        </p:nvSpPr>
        <p:spPr>
          <a:xfrm>
            <a:off x="822449" y="3082626"/>
            <a:ext cx="3139951" cy="372711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/>
              <a:t>if </a:t>
            </a:r>
            <a:r>
              <a:rPr lang="en-US" sz="2000" b="1" dirty="0"/>
              <a:t>condition</a:t>
            </a:r>
            <a:r>
              <a:rPr lang="en-US" sz="2000" dirty="0"/>
              <a:t>: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	statement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	if </a:t>
            </a:r>
            <a:r>
              <a:rPr lang="en-US" sz="2000" b="1" dirty="0"/>
              <a:t>condition</a:t>
            </a:r>
            <a:r>
              <a:rPr lang="en-US" sz="2000" dirty="0"/>
              <a:t>: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		statement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	else: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		statement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else: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	statement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4A68BF2-9692-4719-8AEA-C1565DAF5D8D}"/>
              </a:ext>
            </a:extLst>
          </p:cNvPr>
          <p:cNvSpPr txBox="1">
            <a:spLocks/>
          </p:cNvSpPr>
          <p:nvPr/>
        </p:nvSpPr>
        <p:spPr bwMode="gray">
          <a:xfrm>
            <a:off x="697754" y="2303835"/>
            <a:ext cx="2571920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69E27F9E-9A27-4863-BE52-2F4A269A1759}"/>
              </a:ext>
            </a:extLst>
          </p:cNvPr>
          <p:cNvSpPr txBox="1">
            <a:spLocks/>
          </p:cNvSpPr>
          <p:nvPr/>
        </p:nvSpPr>
        <p:spPr bwMode="gray">
          <a:xfrm>
            <a:off x="5837790" y="2303835"/>
            <a:ext cx="2571920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B5A9BA-B9E2-4D07-B6F5-F440E4A375BE}"/>
              </a:ext>
            </a:extLst>
          </p:cNvPr>
          <p:cNvSpPr txBox="1"/>
          <p:nvPr/>
        </p:nvSpPr>
        <p:spPr>
          <a:xfrm>
            <a:off x="5948628" y="3179611"/>
            <a:ext cx="5827735" cy="286232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 is greater B is Less than"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"Inner IF Body"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 is greater A is less than"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ED179B-E8C1-41B2-A54A-019CC6AA8A97}"/>
              </a:ext>
            </a:extLst>
          </p:cNvPr>
          <p:cNvCxnSpPr>
            <a:cxnSpLocks/>
          </p:cNvCxnSpPr>
          <p:nvPr/>
        </p:nvCxnSpPr>
        <p:spPr>
          <a:xfrm flipH="1">
            <a:off x="2467224" y="3429000"/>
            <a:ext cx="2130224" cy="0"/>
          </a:xfrm>
          <a:prstGeom prst="straightConnector1">
            <a:avLst/>
          </a:prstGeom>
          <a:ln w="2857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2D28EA8-9A88-464E-BA77-4BD8C8E07C26}"/>
              </a:ext>
            </a:extLst>
          </p:cNvPr>
          <p:cNvCxnSpPr>
            <a:cxnSpLocks/>
          </p:cNvCxnSpPr>
          <p:nvPr/>
        </p:nvCxnSpPr>
        <p:spPr>
          <a:xfrm flipV="1">
            <a:off x="4597448" y="3429000"/>
            <a:ext cx="1" cy="2715491"/>
          </a:xfrm>
          <a:prstGeom prst="line">
            <a:avLst/>
          </a:prstGeom>
          <a:ln w="2857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7429418-1C49-41E6-BB67-8E5A16770DDB}"/>
              </a:ext>
            </a:extLst>
          </p:cNvPr>
          <p:cNvCxnSpPr>
            <a:cxnSpLocks/>
          </p:cNvCxnSpPr>
          <p:nvPr/>
        </p:nvCxnSpPr>
        <p:spPr>
          <a:xfrm flipH="1">
            <a:off x="1648691" y="6144491"/>
            <a:ext cx="2948757" cy="0"/>
          </a:xfrm>
          <a:prstGeom prst="straightConnector1">
            <a:avLst/>
          </a:prstGeom>
          <a:ln w="2857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F73590-06B9-4DD3-9058-402E9263E700}"/>
              </a:ext>
            </a:extLst>
          </p:cNvPr>
          <p:cNvCxnSpPr>
            <a:cxnSpLocks/>
          </p:cNvCxnSpPr>
          <p:nvPr/>
        </p:nvCxnSpPr>
        <p:spPr>
          <a:xfrm flipH="1">
            <a:off x="2897289" y="4357254"/>
            <a:ext cx="1411475" cy="0"/>
          </a:xfrm>
          <a:prstGeom prst="straightConnector1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B999D9-6E0B-4B42-B6BD-E0F02C4700CA}"/>
              </a:ext>
            </a:extLst>
          </p:cNvPr>
          <p:cNvCxnSpPr>
            <a:cxnSpLocks/>
          </p:cNvCxnSpPr>
          <p:nvPr/>
        </p:nvCxnSpPr>
        <p:spPr>
          <a:xfrm flipH="1">
            <a:off x="2119745" y="5216236"/>
            <a:ext cx="2189019" cy="0"/>
          </a:xfrm>
          <a:prstGeom prst="straightConnector1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A25A7C-DBA8-4E49-90C9-383F268A9568}"/>
              </a:ext>
            </a:extLst>
          </p:cNvPr>
          <p:cNvCxnSpPr>
            <a:cxnSpLocks/>
          </p:cNvCxnSpPr>
          <p:nvPr/>
        </p:nvCxnSpPr>
        <p:spPr>
          <a:xfrm flipH="1" flipV="1">
            <a:off x="4308764" y="4357254"/>
            <a:ext cx="8060" cy="858983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itle 7">
            <a:extLst>
              <a:ext uri="{FF2B5EF4-FFF2-40B4-BE49-F238E27FC236}">
                <a16:creationId xmlns:a16="http://schemas.microsoft.com/office/drawing/2014/main" id="{6D95C0CA-B218-492C-B7E6-810804AC60A5}"/>
              </a:ext>
            </a:extLst>
          </p:cNvPr>
          <p:cNvSpPr txBox="1">
            <a:spLocks/>
          </p:cNvSpPr>
          <p:nvPr/>
        </p:nvSpPr>
        <p:spPr bwMode="gray">
          <a:xfrm>
            <a:off x="3962400" y="3028634"/>
            <a:ext cx="734289" cy="443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400" dirty="0">
                <a:solidFill>
                  <a:schemeClr val="tx1"/>
                </a:solidFill>
              </a:rPr>
              <a:t>OUTER</a:t>
            </a:r>
          </a:p>
        </p:txBody>
      </p:sp>
      <p:sp>
        <p:nvSpPr>
          <p:cNvPr id="28" name="Title 7">
            <a:extLst>
              <a:ext uri="{FF2B5EF4-FFF2-40B4-BE49-F238E27FC236}">
                <a16:creationId xmlns:a16="http://schemas.microsoft.com/office/drawing/2014/main" id="{32968367-AEFC-43BF-ACD7-9F83D6D0C761}"/>
              </a:ext>
            </a:extLst>
          </p:cNvPr>
          <p:cNvSpPr txBox="1">
            <a:spLocks/>
          </p:cNvSpPr>
          <p:nvPr/>
        </p:nvSpPr>
        <p:spPr bwMode="gray">
          <a:xfrm>
            <a:off x="3904718" y="3973983"/>
            <a:ext cx="734288" cy="4044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400" dirty="0">
                <a:solidFill>
                  <a:schemeClr val="tx1"/>
                </a:solidFill>
              </a:rPr>
              <a:t>INNER</a:t>
            </a:r>
          </a:p>
        </p:txBody>
      </p:sp>
    </p:spTree>
    <p:extLst>
      <p:ext uri="{BB962C8B-B14F-4D97-AF65-F5344CB8AC3E}">
        <p14:creationId xmlns:p14="http://schemas.microsoft.com/office/powerpoint/2010/main" val="27290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3" grpId="0" animBg="1"/>
      <p:bldP spid="27" grpId="0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2DE0D62-AAD7-4D50-AD06-F7CC05D96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650434"/>
            <a:ext cx="8825658" cy="1133033"/>
          </a:xfrm>
        </p:spPr>
        <p:txBody>
          <a:bodyPr/>
          <a:lstStyle/>
          <a:p>
            <a:r>
              <a:rPr lang="en-US" sz="7200" dirty="0"/>
              <a:t>Thanks for Reading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991412-8677-443B-AE2D-B256FF39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460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1326</TotalTime>
  <Words>665</Words>
  <Application>Microsoft Office PowerPoint</Application>
  <PresentationFormat>Widescreen</PresentationFormat>
  <Paragraphs>157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Rounded MT Bold</vt:lpstr>
      <vt:lpstr>Calibri</vt:lpstr>
      <vt:lpstr>Century Gothic</vt:lpstr>
      <vt:lpstr>Consolas</vt:lpstr>
      <vt:lpstr>Times New Roman</vt:lpstr>
      <vt:lpstr>Wingdings 3</vt:lpstr>
      <vt:lpstr>Ion Boardroom</vt:lpstr>
      <vt:lpstr>Part 9  Conditional Statement in Python</vt:lpstr>
      <vt:lpstr>Conditional Statement</vt:lpstr>
      <vt:lpstr>Conditional Statement in Python</vt:lpstr>
      <vt:lpstr>IF Condition</vt:lpstr>
      <vt:lpstr>IF Condition Syntax &amp; Example</vt:lpstr>
      <vt:lpstr>Indentation</vt:lpstr>
      <vt:lpstr>IF Else Condition</vt:lpstr>
      <vt:lpstr>IF Else Condition Syntax, Example</vt:lpstr>
      <vt:lpstr>ELIF Condition</vt:lpstr>
      <vt:lpstr>ELIF Condition Syntax, Example</vt:lpstr>
      <vt:lpstr>Nested IF Condition</vt:lpstr>
      <vt:lpstr>Nested IF Diagram</vt:lpstr>
      <vt:lpstr>Nested IF Condition Syntax, Example</vt:lpstr>
      <vt:lpstr>Thanks for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Babar Ali</dc:creator>
  <cp:lastModifiedBy>Programmer Khan</cp:lastModifiedBy>
  <cp:revision>876</cp:revision>
  <dcterms:created xsi:type="dcterms:W3CDTF">2021-12-18T06:39:36Z</dcterms:created>
  <dcterms:modified xsi:type="dcterms:W3CDTF">2024-06-14T09:33:55Z</dcterms:modified>
</cp:coreProperties>
</file>