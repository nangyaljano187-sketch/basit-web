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4"/>
  </p:notesMasterIdLst>
  <p:sldIdLst>
    <p:sldId id="282" r:id="rId2"/>
    <p:sldId id="283" r:id="rId3"/>
    <p:sldId id="291" r:id="rId4"/>
    <p:sldId id="285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1/29/2022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1/29/2022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1/29/2022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1/29/2022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1/29/2022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1/29/2022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en.wikipedia.org/wiki/Model%E2%80%93view%E2%80%93controller#:~:text=Model%E2%80%93view%E2%80%93controller%20(usually,logic%20into%20three%20interconnected%20elements.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10035784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5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Django MVT </a:t>
            </a:r>
            <a:r>
              <a:rPr lang="en-US" sz="4000">
                <a:latin typeface="Arial Rounded MT Bold" panose="020F0704030504030204" pitchFamily="34" charset="0"/>
              </a:rPr>
              <a:t>&amp; Templates</a:t>
            </a:r>
            <a:endParaRPr lang="en-US" sz="60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MVT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278465" y="2385583"/>
            <a:ext cx="9635070" cy="1701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/>
              <a:t>MVT</a:t>
            </a:r>
            <a:r>
              <a:rPr lang="en-US" dirty="0"/>
              <a:t> stands for </a:t>
            </a:r>
            <a:r>
              <a:rPr lang="en-US" b="1" dirty="0"/>
              <a:t>Model-View-Template</a:t>
            </a:r>
            <a:r>
              <a:rPr lang="en-US" dirty="0"/>
              <a:t>. Sometimes it is also referred to as </a:t>
            </a:r>
            <a:r>
              <a:rPr lang="en-US" b="1" dirty="0"/>
              <a:t>MTV</a:t>
            </a:r>
            <a:r>
              <a:rPr lang="en-US" dirty="0"/>
              <a:t>(</a:t>
            </a:r>
            <a:r>
              <a:rPr lang="en-US" b="1" dirty="0"/>
              <a:t>Model-Template-View</a:t>
            </a:r>
            <a:r>
              <a:rPr lang="en-US" dirty="0"/>
              <a:t>). MVT is a design pattern or design architecture that Django follows to develop web applications. It is slightly different from the commonly known 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MVC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Model-View-Controller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en-US" dirty="0"/>
              <a:t> design pattern.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17BB20-7316-4984-939A-6F1EEAE886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190" y="4367541"/>
            <a:ext cx="5045220" cy="208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B5A28C08-5830-42BF-8AC6-ADC561057E11}"/>
              </a:ext>
            </a:extLst>
          </p:cNvPr>
          <p:cNvSpPr/>
          <p:nvPr/>
        </p:nvSpPr>
        <p:spPr>
          <a:xfrm>
            <a:off x="1756330" y="4868914"/>
            <a:ext cx="3363437" cy="1080654"/>
          </a:xfrm>
          <a:prstGeom prst="stripedRightArrow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How MVT Works</a:t>
            </a:r>
          </a:p>
        </p:txBody>
      </p:sp>
    </p:spTree>
    <p:extLst>
      <p:ext uri="{BB962C8B-B14F-4D97-AF65-F5344CB8AC3E}">
        <p14:creationId xmlns:p14="http://schemas.microsoft.com/office/powerpoint/2010/main" val="4074301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Model, Views and Templates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278465" y="2468713"/>
            <a:ext cx="9635070" cy="3419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 </a:t>
            </a:r>
            <a:r>
              <a:rPr lang="en-US" sz="2000" b="1" dirty="0"/>
              <a:t>Model</a:t>
            </a:r>
            <a:r>
              <a:rPr lang="en-US" sz="2000" dirty="0"/>
              <a:t> manages the data and is represented by a database. A model is basically a database table.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 </a:t>
            </a:r>
            <a:r>
              <a:rPr lang="en-US" sz="2000" b="1" dirty="0"/>
              <a:t>View</a:t>
            </a:r>
            <a:r>
              <a:rPr lang="en-US" sz="2000" dirty="0"/>
              <a:t> receives </a:t>
            </a:r>
            <a:r>
              <a:rPr lang="en-US" sz="2000" b="1" dirty="0"/>
              <a:t>HTTP</a:t>
            </a:r>
            <a:r>
              <a:rPr lang="en-US" sz="2000" dirty="0"/>
              <a:t> </a:t>
            </a:r>
            <a:r>
              <a:rPr lang="en-US" sz="2000" b="1" dirty="0"/>
              <a:t>requests</a:t>
            </a:r>
            <a:r>
              <a:rPr lang="en-US" sz="2000" dirty="0"/>
              <a:t> and sends </a:t>
            </a:r>
            <a:r>
              <a:rPr lang="en-US" sz="2000" b="1" dirty="0"/>
              <a:t>HTTP</a:t>
            </a:r>
            <a:r>
              <a:rPr lang="en-US" sz="2000" dirty="0"/>
              <a:t> </a:t>
            </a:r>
            <a:r>
              <a:rPr lang="en-US" sz="2000" b="1" dirty="0"/>
              <a:t>responses</a:t>
            </a:r>
            <a:r>
              <a:rPr lang="en-US" sz="2000" dirty="0"/>
              <a:t>. A view interacts with a model and template to complete a response.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The </a:t>
            </a:r>
            <a:r>
              <a:rPr lang="en-US" sz="2000" b="1" dirty="0"/>
              <a:t>Template</a:t>
            </a:r>
            <a:r>
              <a:rPr lang="en-US" sz="2000" dirty="0"/>
              <a:t> is basically the </a:t>
            </a:r>
            <a:r>
              <a:rPr lang="en-US" sz="2000" b="1" dirty="0"/>
              <a:t>front-end</a:t>
            </a:r>
            <a:r>
              <a:rPr lang="en-US" sz="2000" dirty="0"/>
              <a:t> layer and the dynamic </a:t>
            </a:r>
            <a:r>
              <a:rPr lang="en-US" sz="2000" b="1" dirty="0"/>
              <a:t>HTML</a:t>
            </a:r>
            <a:r>
              <a:rPr lang="en-US" sz="2000" dirty="0"/>
              <a:t> component of a Django application.</a:t>
            </a:r>
          </a:p>
        </p:txBody>
      </p:sp>
    </p:spTree>
    <p:extLst>
      <p:ext uri="{BB962C8B-B14F-4D97-AF65-F5344CB8AC3E}">
        <p14:creationId xmlns:p14="http://schemas.microsoft.com/office/powerpoint/2010/main" val="2272122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Templates in Django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F0B6-F756-4962-B0CE-E7009BE470CC}"/>
              </a:ext>
            </a:extLst>
          </p:cNvPr>
          <p:cNvSpPr txBox="1"/>
          <p:nvPr/>
        </p:nvSpPr>
        <p:spPr>
          <a:xfrm>
            <a:off x="1403156" y="2399436"/>
            <a:ext cx="9385688" cy="1702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configure the Django </a:t>
            </a:r>
            <a:r>
              <a:rPr lang="en-US" b="1" dirty="0"/>
              <a:t>template</a:t>
            </a:r>
            <a:r>
              <a:rPr lang="en-US" dirty="0"/>
              <a:t> system, go to the </a:t>
            </a:r>
            <a:r>
              <a:rPr lang="en-US" b="1" dirty="0"/>
              <a:t>settings</a:t>
            </a:r>
            <a:r>
              <a:rPr lang="en-US" dirty="0"/>
              <a:t>.</a:t>
            </a:r>
            <a:r>
              <a:rPr lang="en-US" b="1" dirty="0"/>
              <a:t>py</a:t>
            </a:r>
            <a:r>
              <a:rPr lang="en-US" dirty="0"/>
              <a:t> file and update the </a:t>
            </a:r>
            <a:r>
              <a:rPr lang="en-US" b="1" dirty="0"/>
              <a:t>DIRS</a:t>
            </a:r>
            <a:r>
              <a:rPr lang="en-US" dirty="0"/>
              <a:t> to the path of the </a:t>
            </a:r>
            <a:r>
              <a:rPr lang="en-US" b="1" dirty="0"/>
              <a:t>templates</a:t>
            </a:r>
            <a:r>
              <a:rPr lang="en-US" dirty="0"/>
              <a:t> folder. Generally, the </a:t>
            </a:r>
            <a:r>
              <a:rPr lang="en-US" b="1" dirty="0"/>
              <a:t>templates</a:t>
            </a:r>
            <a:r>
              <a:rPr lang="en-US" dirty="0"/>
              <a:t> folder is created and kept in the sample </a:t>
            </a:r>
            <a:r>
              <a:rPr lang="en-US" b="1" dirty="0"/>
              <a:t>directory</a:t>
            </a:r>
            <a:r>
              <a:rPr lang="en-US" dirty="0"/>
              <a:t> where </a:t>
            </a:r>
            <a:r>
              <a:rPr lang="en-US" b="1" dirty="0"/>
              <a:t>manage</a:t>
            </a:r>
            <a:r>
              <a:rPr lang="en-US" dirty="0"/>
              <a:t>.</a:t>
            </a:r>
            <a:r>
              <a:rPr lang="en-US" b="1" dirty="0"/>
              <a:t>py</a:t>
            </a:r>
            <a:r>
              <a:rPr lang="en-US" dirty="0"/>
              <a:t> lives. This </a:t>
            </a:r>
            <a:r>
              <a:rPr lang="en-US" b="1" dirty="0"/>
              <a:t>templates</a:t>
            </a:r>
            <a:r>
              <a:rPr lang="en-US" dirty="0"/>
              <a:t> folder contains all the </a:t>
            </a:r>
            <a:r>
              <a:rPr lang="en-US" b="1" dirty="0"/>
              <a:t>templates</a:t>
            </a:r>
            <a:r>
              <a:rPr lang="en-US" dirty="0"/>
              <a:t> you will create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in </a:t>
            </a:r>
            <a:r>
              <a:rPr lang="en-US" dirty="0"/>
              <a:t>different Django Apps.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168D33-18E5-4BCA-B498-7DD90BAF6D21}"/>
              </a:ext>
            </a:extLst>
          </p:cNvPr>
          <p:cNvSpPr/>
          <p:nvPr/>
        </p:nvSpPr>
        <p:spPr>
          <a:xfrm>
            <a:off x="2715484" y="4461482"/>
            <a:ext cx="1413163" cy="181494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Templates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0855C2-99DE-4C4F-BBB8-1DFB24588B1A}"/>
              </a:ext>
            </a:extLst>
          </p:cNvPr>
          <p:cNvCxnSpPr/>
          <p:nvPr/>
        </p:nvCxnSpPr>
        <p:spPr>
          <a:xfrm>
            <a:off x="4128647" y="5368955"/>
            <a:ext cx="12053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0CB1016-2825-431E-80D7-8190A6EDE97D}"/>
              </a:ext>
            </a:extLst>
          </p:cNvPr>
          <p:cNvSpPr txBox="1"/>
          <p:nvPr/>
        </p:nvSpPr>
        <p:spPr>
          <a:xfrm>
            <a:off x="5368628" y="5141360"/>
            <a:ext cx="1427017" cy="45807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119650-C2AF-41D3-8254-9C7BD9700188}"/>
              </a:ext>
            </a:extLst>
          </p:cNvPr>
          <p:cNvCxnSpPr>
            <a:stCxn id="13" idx="3"/>
          </p:cNvCxnSpPr>
          <p:nvPr/>
        </p:nvCxnSpPr>
        <p:spPr>
          <a:xfrm flipV="1">
            <a:off x="6795645" y="4904507"/>
            <a:ext cx="976747" cy="465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896985-3E79-403E-BC63-571BA6E7225C}"/>
              </a:ext>
            </a:extLst>
          </p:cNvPr>
          <p:cNvCxnSpPr>
            <a:cxnSpLocks/>
            <a:stCxn id="13" idx="3"/>
            <a:endCxn id="25" idx="1"/>
          </p:cNvCxnSpPr>
          <p:nvPr/>
        </p:nvCxnSpPr>
        <p:spPr>
          <a:xfrm flipV="1">
            <a:off x="6795645" y="5368954"/>
            <a:ext cx="976747" cy="1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FE56C8-0784-462E-AC2F-02456F5B5985}"/>
              </a:ext>
            </a:extLst>
          </p:cNvPr>
          <p:cNvCxnSpPr>
            <a:cxnSpLocks/>
            <a:stCxn id="13" idx="3"/>
            <a:endCxn id="27" idx="1"/>
          </p:cNvCxnSpPr>
          <p:nvPr/>
        </p:nvCxnSpPr>
        <p:spPr>
          <a:xfrm>
            <a:off x="6795645" y="5370397"/>
            <a:ext cx="976746" cy="50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DF32105-7BC3-4F19-A66D-1624BB804408}"/>
              </a:ext>
            </a:extLst>
          </p:cNvPr>
          <p:cNvSpPr txBox="1"/>
          <p:nvPr/>
        </p:nvSpPr>
        <p:spPr>
          <a:xfrm>
            <a:off x="7772392" y="4674749"/>
            <a:ext cx="1427017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home.html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C5A327-7ECE-4BBD-9EA2-56E0BCF2B6CF}"/>
              </a:ext>
            </a:extLst>
          </p:cNvPr>
          <p:cNvSpPr txBox="1"/>
          <p:nvPr/>
        </p:nvSpPr>
        <p:spPr>
          <a:xfrm>
            <a:off x="7772392" y="5180537"/>
            <a:ext cx="1427016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about.html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197E50-3793-4D67-BB51-26B5A00C77D2}"/>
              </a:ext>
            </a:extLst>
          </p:cNvPr>
          <p:cNvSpPr txBox="1"/>
          <p:nvPr/>
        </p:nvSpPr>
        <p:spPr>
          <a:xfrm>
            <a:off x="7772391" y="5686325"/>
            <a:ext cx="1427016" cy="3768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contact.html</a:t>
            </a:r>
          </a:p>
        </p:txBody>
      </p:sp>
    </p:spTree>
    <p:extLst>
      <p:ext uri="{BB962C8B-B14F-4D97-AF65-F5344CB8AC3E}">
        <p14:creationId xmlns:p14="http://schemas.microsoft.com/office/powerpoint/2010/main" val="4191877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How to Add Template in Django Project?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CB1016-2825-431E-80D7-8190A6EDE97D}"/>
              </a:ext>
            </a:extLst>
          </p:cNvPr>
          <p:cNvSpPr txBox="1"/>
          <p:nvPr/>
        </p:nvSpPr>
        <p:spPr>
          <a:xfrm>
            <a:off x="1396213" y="2268502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2026C-143A-4028-920F-7EF12C93BF14}"/>
              </a:ext>
            </a:extLst>
          </p:cNvPr>
          <p:cNvSpPr txBox="1"/>
          <p:nvPr/>
        </p:nvSpPr>
        <p:spPr>
          <a:xfrm>
            <a:off x="1354648" y="2884962"/>
            <a:ext cx="8561719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Create a Folder in your project Folder name it as “</a:t>
            </a:r>
            <a:r>
              <a:rPr lang="en-US" sz="1800" b="1" dirty="0"/>
              <a:t>templates”</a:t>
            </a:r>
            <a:r>
              <a:rPr lang="en-US" sz="18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E14257-1AAA-4414-B07F-B7D57483EF19}"/>
              </a:ext>
            </a:extLst>
          </p:cNvPr>
          <p:cNvSpPr txBox="1"/>
          <p:nvPr/>
        </p:nvSpPr>
        <p:spPr>
          <a:xfrm>
            <a:off x="1413911" y="3474468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73E1F6-8932-4181-98F4-0432E58ED698}"/>
              </a:ext>
            </a:extLst>
          </p:cNvPr>
          <p:cNvSpPr txBox="1"/>
          <p:nvPr/>
        </p:nvSpPr>
        <p:spPr>
          <a:xfrm>
            <a:off x="1372346" y="4090928"/>
            <a:ext cx="8544021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Create an Html file in your </a:t>
            </a:r>
            <a:r>
              <a:rPr lang="en-US" sz="1800" b="1" dirty="0"/>
              <a:t>template</a:t>
            </a:r>
            <a:r>
              <a:rPr lang="en-US" sz="1800" dirty="0"/>
              <a:t> folder name as “</a:t>
            </a:r>
            <a:r>
              <a:rPr lang="en-US" sz="1800" b="1" dirty="0"/>
              <a:t>home</a:t>
            </a:r>
            <a:r>
              <a:rPr lang="en-US" sz="1800" dirty="0"/>
              <a:t>.</a:t>
            </a:r>
            <a:r>
              <a:rPr lang="en-US" sz="1800" b="1" dirty="0"/>
              <a:t>html</a:t>
            </a:r>
            <a:r>
              <a:rPr lang="en-US" sz="1800" dirty="0"/>
              <a:t>”.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E31D1-FB34-42D0-BAA7-49A663BB7EF1}"/>
              </a:ext>
            </a:extLst>
          </p:cNvPr>
          <p:cNvSpPr txBox="1"/>
          <p:nvPr/>
        </p:nvSpPr>
        <p:spPr>
          <a:xfrm>
            <a:off x="1396213" y="4680434"/>
            <a:ext cx="1427017" cy="45807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No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514F50-AA55-4879-AE60-FCD50C1C5E8A}"/>
              </a:ext>
            </a:extLst>
          </p:cNvPr>
          <p:cNvSpPr txBox="1"/>
          <p:nvPr/>
        </p:nvSpPr>
        <p:spPr>
          <a:xfrm>
            <a:off x="1354648" y="5269184"/>
            <a:ext cx="9216370" cy="1294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Go to setting.py file. Go to Templates then Go to DIRS location and write this…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‘DIRS’ : [</a:t>
            </a:r>
            <a:r>
              <a:rPr lang="en-US" sz="1800" b="1" dirty="0" err="1"/>
              <a:t>os.path.join</a:t>
            </a:r>
            <a:r>
              <a:rPr lang="en-US" sz="1800" b="1" dirty="0"/>
              <a:t>(BASE_DIR, ‘templates’)]</a:t>
            </a:r>
          </a:p>
          <a:p>
            <a:pPr>
              <a:lnSpc>
                <a:spcPct val="150000"/>
              </a:lnSpc>
            </a:pPr>
            <a:r>
              <a:rPr lang="en-US" b="1" dirty="0">
                <a:effectLst/>
                <a:latin typeface="Consolas" panose="020B0609020204030204" pitchFamily="49" charset="0"/>
              </a:rPr>
              <a:t>'DIRS': ['templates'],</a:t>
            </a:r>
          </a:p>
        </p:txBody>
      </p:sp>
    </p:spTree>
    <p:extLst>
      <p:ext uri="{BB962C8B-B14F-4D97-AF65-F5344CB8AC3E}">
        <p14:creationId xmlns:p14="http://schemas.microsoft.com/office/powerpoint/2010/main" val="7421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rial Rounded MT Bold" panose="020F0704030504030204" pitchFamily="34" charset="0"/>
              </a:rPr>
              <a:t>Settings.py file add templates</a:t>
            </a:r>
            <a:endParaRPr lang="en-US" sz="3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CB3BCE9-358E-4A5F-961C-C34D17244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238" y="3027217"/>
            <a:ext cx="5015418" cy="266700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5" name="Arrow: Striped Right 4">
            <a:extLst>
              <a:ext uri="{FF2B5EF4-FFF2-40B4-BE49-F238E27FC236}">
                <a16:creationId xmlns:a16="http://schemas.microsoft.com/office/drawing/2014/main" id="{0783F97B-9366-4986-AD72-C83BE160FC1C}"/>
              </a:ext>
            </a:extLst>
          </p:cNvPr>
          <p:cNvSpPr/>
          <p:nvPr/>
        </p:nvSpPr>
        <p:spPr>
          <a:xfrm rot="10800000">
            <a:off x="3817692" y="3616036"/>
            <a:ext cx="546490" cy="152401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9991D1-C1C9-4473-AF33-409682ED35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035" y="3262743"/>
            <a:ext cx="4013704" cy="21959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77796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Render Function?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510144" y="2475544"/>
            <a:ext cx="9518073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</a:t>
            </a:r>
            <a:r>
              <a:rPr lang="en-US" b="1" dirty="0"/>
              <a:t>render</a:t>
            </a:r>
            <a:r>
              <a:rPr lang="en-US" dirty="0"/>
              <a:t>() shortcut </a:t>
            </a:r>
            <a:r>
              <a:rPr lang="en-US" b="1" dirty="0"/>
              <a:t>renders</a:t>
            </a:r>
            <a:r>
              <a:rPr lang="en-US" dirty="0"/>
              <a:t> </a:t>
            </a:r>
            <a:r>
              <a:rPr lang="en-US" b="1" dirty="0"/>
              <a:t>templates</a:t>
            </a:r>
            <a:r>
              <a:rPr lang="en-US" dirty="0"/>
              <a:t> with a request context. </a:t>
            </a:r>
            <a:r>
              <a:rPr lang="en-US" b="1" dirty="0"/>
              <a:t>Template</a:t>
            </a:r>
            <a:r>
              <a:rPr lang="en-US" dirty="0"/>
              <a:t> context processors take the </a:t>
            </a:r>
            <a:r>
              <a:rPr lang="en-US" b="1" dirty="0"/>
              <a:t>request</a:t>
            </a:r>
            <a:r>
              <a:rPr lang="en-US" dirty="0"/>
              <a:t> object and return a </a:t>
            </a:r>
            <a:r>
              <a:rPr lang="en-US" b="1" dirty="0"/>
              <a:t>dictionary</a:t>
            </a:r>
            <a:r>
              <a:rPr lang="en-US" dirty="0"/>
              <a:t> which is added to the context.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D90AA-A2FE-471B-BEFF-0BE65A6BD23B}"/>
              </a:ext>
            </a:extLst>
          </p:cNvPr>
          <p:cNvSpPr txBox="1"/>
          <p:nvPr/>
        </p:nvSpPr>
        <p:spPr>
          <a:xfrm>
            <a:off x="1593275" y="4422027"/>
            <a:ext cx="7024252" cy="163121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your views here.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'home.html'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5B64C-786A-4DCD-B715-CB81EA8597E2}"/>
              </a:ext>
            </a:extLst>
          </p:cNvPr>
          <p:cNvSpPr txBox="1"/>
          <p:nvPr/>
        </p:nvSpPr>
        <p:spPr>
          <a:xfrm>
            <a:off x="1593275" y="3961461"/>
            <a:ext cx="702425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8B942FA-6390-415A-99D8-D2101C42F3B6}"/>
              </a:ext>
            </a:extLst>
          </p:cNvPr>
          <p:cNvSpPr/>
          <p:nvPr/>
        </p:nvSpPr>
        <p:spPr>
          <a:xfrm rot="16200000">
            <a:off x="2986571" y="6067373"/>
            <a:ext cx="549270" cy="238608"/>
          </a:xfrm>
          <a:prstGeom prst="striped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778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loading Template?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510144" y="2475544"/>
            <a:ext cx="9518073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To load the template, call </a:t>
            </a:r>
            <a:r>
              <a:rPr lang="en-US" b="1" dirty="0" err="1"/>
              <a:t>get_template</a:t>
            </a:r>
            <a:r>
              <a:rPr lang="en-US" b="1" dirty="0"/>
              <a:t>()</a:t>
            </a:r>
            <a:r>
              <a:rPr lang="en-US" dirty="0"/>
              <a:t> method as we did below and pass template name.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D90AA-A2FE-471B-BEFF-0BE65A6BD23B}"/>
              </a:ext>
            </a:extLst>
          </p:cNvPr>
          <p:cNvSpPr txBox="1"/>
          <p:nvPr/>
        </p:nvSpPr>
        <p:spPr>
          <a:xfrm>
            <a:off x="1593275" y="3978672"/>
            <a:ext cx="7024252" cy="206210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loader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your views here.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loader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get_template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'home.html'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template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.render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5B64C-786A-4DCD-B715-CB81EA8597E2}"/>
              </a:ext>
            </a:extLst>
          </p:cNvPr>
          <p:cNvSpPr txBox="1"/>
          <p:nvPr/>
        </p:nvSpPr>
        <p:spPr>
          <a:xfrm>
            <a:off x="1593275" y="3518106"/>
            <a:ext cx="702425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8B942FA-6390-415A-99D8-D2101C42F3B6}"/>
              </a:ext>
            </a:extLst>
          </p:cNvPr>
          <p:cNvSpPr/>
          <p:nvPr/>
        </p:nvSpPr>
        <p:spPr>
          <a:xfrm rot="8556983">
            <a:off x="4154200" y="5227203"/>
            <a:ext cx="549270" cy="238608"/>
          </a:xfrm>
          <a:prstGeom prst="stripedRightArrow">
            <a:avLst/>
          </a:prstGeom>
          <a:solidFill>
            <a:schemeClr val="bg1"/>
          </a:soli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7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Variable in Django?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510144" y="2475544"/>
            <a:ext cx="9518073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Variables associated with a context can be accessed by </a:t>
            </a:r>
            <a:r>
              <a:rPr lang="en-US" b="1" dirty="0"/>
              <a:t>{{}}</a:t>
            </a:r>
            <a:r>
              <a:rPr lang="en-US" dirty="0"/>
              <a:t> (double curly braces). For example, a variable name value is “Rahul”. Then the following statement will replace name with its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D90AA-A2FE-471B-BEFF-0BE65A6BD23B}"/>
              </a:ext>
            </a:extLst>
          </p:cNvPr>
          <p:cNvSpPr txBox="1"/>
          <p:nvPr/>
        </p:nvSpPr>
        <p:spPr>
          <a:xfrm>
            <a:off x="1593275" y="4366608"/>
            <a:ext cx="7024252" cy="181588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your views here.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home_page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'student'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'Rahul'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'Gender'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'Male'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'home.html'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5B64C-786A-4DCD-B715-CB81EA8597E2}"/>
              </a:ext>
            </a:extLst>
          </p:cNvPr>
          <p:cNvSpPr txBox="1"/>
          <p:nvPr/>
        </p:nvSpPr>
        <p:spPr>
          <a:xfrm>
            <a:off x="1593275" y="3906042"/>
            <a:ext cx="7024252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my_site/views.py</a:t>
            </a:r>
          </a:p>
        </p:txBody>
      </p:sp>
    </p:spTree>
    <p:extLst>
      <p:ext uri="{BB962C8B-B14F-4D97-AF65-F5344CB8AC3E}">
        <p14:creationId xmlns:p14="http://schemas.microsoft.com/office/powerpoint/2010/main" val="798216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Access variable in HTML page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496289" y="2380527"/>
            <a:ext cx="9906002" cy="870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If you want to access the variable name in HTML page using double &lt;curly brackets&gt;.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following method show how to access Django function variable in HTML page.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FD90AA-A2FE-471B-BEFF-0BE65A6BD23B}"/>
              </a:ext>
            </a:extLst>
          </p:cNvPr>
          <p:cNvSpPr txBox="1"/>
          <p:nvPr/>
        </p:nvSpPr>
        <p:spPr>
          <a:xfrm>
            <a:off x="1593274" y="3867840"/>
            <a:ext cx="8465125" cy="156966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Home Page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h2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Your Name is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"color: red;"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student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Your Age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"color: red;"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Your Gender :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"color: red;"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Gender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h3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55B64C-786A-4DCD-B715-CB81EA8597E2}"/>
              </a:ext>
            </a:extLst>
          </p:cNvPr>
          <p:cNvSpPr txBox="1"/>
          <p:nvPr/>
        </p:nvSpPr>
        <p:spPr>
          <a:xfrm>
            <a:off x="1593274" y="3407274"/>
            <a:ext cx="8465125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 err="1">
                <a:solidFill>
                  <a:srgbClr val="002060"/>
                </a:solidFill>
              </a:rPr>
              <a:t>my_site</a:t>
            </a:r>
            <a:r>
              <a:rPr lang="en-US" b="1" dirty="0">
                <a:solidFill>
                  <a:srgbClr val="002060"/>
                </a:solidFill>
              </a:rPr>
              <a:t>/template/home.html</a:t>
            </a:r>
          </a:p>
        </p:txBody>
      </p:sp>
    </p:spTree>
    <p:extLst>
      <p:ext uri="{BB962C8B-B14F-4D97-AF65-F5344CB8AC3E}">
        <p14:creationId xmlns:p14="http://schemas.microsoft.com/office/powerpoint/2010/main" val="302957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Screen shot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496289" y="2380527"/>
            <a:ext cx="9906002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output is look like this: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D3A816-2974-40BC-BDF7-B615BB27A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5015" y="3226209"/>
            <a:ext cx="4377857" cy="289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2" name="Arrow: Striped Right 1">
            <a:extLst>
              <a:ext uri="{FF2B5EF4-FFF2-40B4-BE49-F238E27FC236}">
                <a16:creationId xmlns:a16="http://schemas.microsoft.com/office/drawing/2014/main" id="{298465F5-E872-450F-985F-6E6CDF86FFD2}"/>
              </a:ext>
            </a:extLst>
          </p:cNvPr>
          <p:cNvSpPr/>
          <p:nvPr/>
        </p:nvSpPr>
        <p:spPr>
          <a:xfrm>
            <a:off x="3131306" y="4244513"/>
            <a:ext cx="2175164" cy="858981"/>
          </a:xfrm>
          <a:prstGeom prst="striped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14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962</TotalTime>
  <Words>729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</vt:lpstr>
      <vt:lpstr>Arial Rounded MT Bold</vt:lpstr>
      <vt:lpstr>Calibri</vt:lpstr>
      <vt:lpstr>Century Gothic</vt:lpstr>
      <vt:lpstr>Consolas</vt:lpstr>
      <vt:lpstr>Times New Roman</vt:lpstr>
      <vt:lpstr>Wingdings</vt:lpstr>
      <vt:lpstr>Wingdings 3</vt:lpstr>
      <vt:lpstr>Ion Boardroom</vt:lpstr>
      <vt:lpstr>Part 5  Django MVT &amp; Templates</vt:lpstr>
      <vt:lpstr>What is MVT in Django?</vt:lpstr>
      <vt:lpstr>Model, Views and Templates</vt:lpstr>
      <vt:lpstr>Templates in Django</vt:lpstr>
      <vt:lpstr>How to Add Template in Django Project?</vt:lpstr>
      <vt:lpstr>Settings.py file add templates</vt:lpstr>
      <vt:lpstr>What is Render Function?</vt:lpstr>
      <vt:lpstr>What is loading Template?</vt:lpstr>
      <vt:lpstr>What is Variable in Django?</vt:lpstr>
      <vt:lpstr>Access variable in HTML page</vt:lpstr>
      <vt:lpstr>Screen shot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681</cp:revision>
  <dcterms:created xsi:type="dcterms:W3CDTF">2021-12-18T06:39:36Z</dcterms:created>
  <dcterms:modified xsi:type="dcterms:W3CDTF">2022-01-29T13:37:56Z</dcterms:modified>
</cp:coreProperties>
</file>