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1"/>
  </p:notesMasterIdLst>
  <p:sldIdLst>
    <p:sldId id="282" r:id="rId2"/>
    <p:sldId id="294" r:id="rId3"/>
    <p:sldId id="295" r:id="rId4"/>
    <p:sldId id="296" r:id="rId5"/>
    <p:sldId id="297" r:id="rId6"/>
    <p:sldId id="298" r:id="rId7"/>
    <p:sldId id="299" r:id="rId8"/>
    <p:sldId id="301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8D997C-CE91-4065-908A-4318139CC399}" type="datetimeFigureOut">
              <a:rPr lang="en-US" smtClean="0"/>
              <a:t>4/9/2022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3A179-9DAE-450C-94FB-53E8C3C87B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8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79AD8DC4-9FCB-4680-8247-A1F2DD620E87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1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39FCE9-F346-45F2-95F3-D39EB8912A8E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18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59353-8DFC-4AFC-8102-BB3206AC82E4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654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6F6F-EFC7-4394-B794-6FEFAD4A2775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58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EFFB-8FA1-4BAD-8702-24A1B778342B}" type="datetime1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4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2FCFB-0973-4BE5-A859-4170D928D8A3}" type="datetime1">
              <a:rPr lang="en-US" smtClean="0"/>
              <a:t>4/9/2022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41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9DD2A-877B-43B0-98EA-C76E15752D21}" type="datetime1">
              <a:rPr lang="en-US" smtClean="0"/>
              <a:t>4/9/2022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70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E38C0-D298-452E-A775-F9C3ABDD9B03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875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22E0F-9C3A-4973-BBAB-3C5251441671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20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6D7575-E71E-408B-9FE6-154DAA6F36DB}" type="datetime1">
              <a:rPr lang="en-US" smtClean="0"/>
              <a:t>4/9/2022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996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F320C-8832-452D-9FF1-71979E732660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79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5BA3F-BB0C-4DF8-8BA6-0E0E8FC1FDBD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705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A5AB0-8512-4124-AE2E-E4C01A7204EE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515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A7D4B-1D92-4D5E-ADE0-3DD7D11B9830}" type="datetime1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6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7FB43-B33F-4404-924E-BF1382461569}" type="datetime1">
              <a:rPr lang="en-US" smtClean="0"/>
              <a:t>4/9/2022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0609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A79FE78-6215-42F7-99B6-4FC1EC025E5A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21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776C977E-DD79-4C45-AEC9-D11E698B9896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030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9B0B7CF-E385-4015-BBAF-6B02779E05CB}" type="datetime1">
              <a:rPr lang="en-US" smtClean="0"/>
              <a:t>4/9/2022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D6F892B-1791-4F93-8AFD-83813F10F5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90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C75D2F71-C3D9-4A89-ADF7-43E4E7BE0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384115"/>
            <a:ext cx="10035784" cy="2677648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Part 7</a:t>
            </a:r>
            <a:br>
              <a:rPr lang="en-US" dirty="0">
                <a:latin typeface="Arial Rounded MT Bold" panose="020F0704030504030204" pitchFamily="34" charset="0"/>
              </a:rPr>
            </a:br>
            <a:br>
              <a:rPr lang="en-US" dirty="0">
                <a:latin typeface="Arial Rounded MT Bold" panose="020F0704030504030204" pitchFamily="34" charset="0"/>
              </a:rPr>
            </a:br>
            <a:r>
              <a:rPr lang="en-US" sz="4000" dirty="0">
                <a:latin typeface="Arial Rounded MT Bold" panose="020F0704030504030204" pitchFamily="34" charset="0"/>
              </a:rPr>
              <a:t>GET &amp; POST Method</a:t>
            </a:r>
            <a:endParaRPr lang="en-US" sz="6000" b="1" dirty="0"/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7EAC1220-5808-4927-8A48-4FD19D7906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287049"/>
            <a:ext cx="8825658" cy="43072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Version: 4.0.1</a:t>
            </a:r>
          </a:p>
        </p:txBody>
      </p:sp>
      <p:sp>
        <p:nvSpPr>
          <p:cNvPr id="24" name="Subtitle 22">
            <a:extLst>
              <a:ext uri="{FF2B5EF4-FFF2-40B4-BE49-F238E27FC236}">
                <a16:creationId xmlns:a16="http://schemas.microsoft.com/office/drawing/2014/main" id="{EF647C65-2962-495E-8F1A-C5ABE3700C82}"/>
              </a:ext>
            </a:extLst>
          </p:cNvPr>
          <p:cNvSpPr txBox="1">
            <a:spLocks/>
          </p:cNvSpPr>
          <p:nvPr/>
        </p:nvSpPr>
        <p:spPr bwMode="gray">
          <a:xfrm>
            <a:off x="6802583" y="5727684"/>
            <a:ext cx="4668900" cy="430725"/>
          </a:xfrm>
          <a:prstGeom prst="rect">
            <a:avLst/>
          </a:prstGeom>
          <a:ln w="57150"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b="0" i="0" kern="1200" cap="all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b="0" i="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Written and design by: Babar </a:t>
            </a:r>
            <a:r>
              <a:rPr lang="en-US" sz="2000" b="1" dirty="0" err="1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ali</a:t>
            </a:r>
            <a:r>
              <a:rPr lang="en-US" sz="2000" b="1" dirty="0">
                <a:solidFill>
                  <a:schemeClr val="bg1"/>
                </a:solidFill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  <a:latin typeface="+mj-lt"/>
              </a:rPr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A016D5-09FF-4268-BF3D-93E156378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616C272-C648-42A9-B29D-5CC683890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809" y="973668"/>
            <a:ext cx="8761413" cy="706964"/>
          </a:xfrm>
        </p:spPr>
        <p:txBody>
          <a:bodyPr/>
          <a:lstStyle/>
          <a:p>
            <a:r>
              <a:rPr lang="en-US" dirty="0">
                <a:latin typeface="Arial Rounded MT Bold" panose="020F0704030504030204" pitchFamily="34" charset="0"/>
              </a:rPr>
              <a:t>What is HTTP?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4C010A-B5A3-4F39-900D-0911A945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825462-BB4E-4870-99C8-B29DCA328304}"/>
              </a:ext>
            </a:extLst>
          </p:cNvPr>
          <p:cNvSpPr txBox="1"/>
          <p:nvPr/>
        </p:nvSpPr>
        <p:spPr>
          <a:xfrm>
            <a:off x="1270479" y="2358877"/>
            <a:ext cx="9651041" cy="3409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The Hypertext Transfer Protocol (HTTP) is designed to enable communications between clients and servers.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/>
              <a:t>HTTP works as a request-response protocol between a client and server.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/>
          </a:p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Example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client (browser) sends an HTTP request to the server; then the server returns a response to the client. The response contains status information about the request and may also contain the requested content.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778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6DD40-2888-45CF-9E1F-875EF4BF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2E4A42-DB09-4774-B48B-CC26242B2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E2665C-BF71-40DD-BFFE-C32E058B9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556" y="2629811"/>
            <a:ext cx="7732887" cy="32545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49123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AB2A2-1A25-4670-882D-03F509F77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GET Request?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1977131-025A-4B54-9DC1-2C63D2B32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4B303-ECBD-45F8-A51E-67D76B550725}"/>
              </a:ext>
            </a:extLst>
          </p:cNvPr>
          <p:cNvSpPr txBox="1"/>
          <p:nvPr/>
        </p:nvSpPr>
        <p:spPr>
          <a:xfrm>
            <a:off x="1115291" y="2505670"/>
            <a:ext cx="9961418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/>
              <a:t>GET</a:t>
            </a:r>
            <a:r>
              <a:rPr lang="en-US" dirty="0"/>
              <a:t> is used to request data from a specified resource.</a:t>
            </a:r>
          </a:p>
          <a:p>
            <a:pPr algn="l">
              <a:lnSpc>
                <a:spcPct val="150000"/>
              </a:lnSpc>
            </a:pPr>
            <a:r>
              <a:rPr lang="en-US" b="1" dirty="0"/>
              <a:t>GET</a:t>
            </a:r>
            <a:r>
              <a:rPr lang="en-US" dirty="0"/>
              <a:t> is one of the most common </a:t>
            </a:r>
            <a:r>
              <a:rPr lang="en-US" b="1" dirty="0"/>
              <a:t>HTTP</a:t>
            </a:r>
            <a:r>
              <a:rPr lang="en-US" dirty="0"/>
              <a:t> methods.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Note that the query string (name/value pairs) is sent in the URL of a GET request: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ECDDBA-1121-42D0-BED5-D6A15BE0E4A2}"/>
              </a:ext>
            </a:extLst>
          </p:cNvPr>
          <p:cNvSpPr txBox="1"/>
          <p:nvPr/>
        </p:nvSpPr>
        <p:spPr>
          <a:xfrm>
            <a:off x="1238083" y="4091761"/>
            <a:ext cx="6991519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/test/demo_form.php?name1=value1&amp;name2=value2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78004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EC4C-4059-4DED-BA70-8F2E33D69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78755" cy="706964"/>
          </a:xfrm>
        </p:spPr>
        <p:txBody>
          <a:bodyPr/>
          <a:lstStyle/>
          <a:p>
            <a:r>
              <a:rPr lang="en-US" sz="3200" i="0" dirty="0">
                <a:solidFill>
                  <a:schemeClr val="bg1"/>
                </a:solidFill>
                <a:effectLst/>
                <a:latin typeface="Verdana" panose="020B0604030504040204" pitchFamily="34" charset="0"/>
              </a:rPr>
              <a:t>Some other notes on GET requests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709318-CF20-42DD-8B18-D7DBE159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F09D00-9C75-48E3-B5D4-8E55B46F34DB}"/>
              </a:ext>
            </a:extLst>
          </p:cNvPr>
          <p:cNvSpPr txBox="1"/>
          <p:nvPr/>
        </p:nvSpPr>
        <p:spPr>
          <a:xfrm>
            <a:off x="1241848" y="2558856"/>
            <a:ext cx="9708303" cy="2532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 requests can be cached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 requests remain in the browser history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 requests can be bookmarked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 requests should never be used when dealing with sensitive data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 requests have length restrictions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GET requests are only used to request data (not modify)</a:t>
            </a:r>
          </a:p>
        </p:txBody>
      </p:sp>
    </p:spTree>
    <p:extLst>
      <p:ext uri="{BB962C8B-B14F-4D97-AF65-F5344CB8AC3E}">
        <p14:creationId xmlns:p14="http://schemas.microsoft.com/office/powerpoint/2010/main" val="30760447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8F40-64AB-460E-AD97-8A9FFB767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POST Request?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B53DD4-10F6-4B84-9E36-3A891F98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BAE8A-5B3A-44F2-A8CB-91A2E98200AE}"/>
              </a:ext>
            </a:extLst>
          </p:cNvPr>
          <p:cNvSpPr txBox="1"/>
          <p:nvPr/>
        </p:nvSpPr>
        <p:spPr>
          <a:xfrm>
            <a:off x="1192747" y="2561711"/>
            <a:ext cx="9806505" cy="867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b="1" dirty="0"/>
              <a:t>POST</a:t>
            </a:r>
            <a:r>
              <a:rPr lang="en-US" dirty="0"/>
              <a:t> is used to send data to a server to create/update a resource.</a:t>
            </a:r>
          </a:p>
          <a:p>
            <a:pPr algn="l">
              <a:lnSpc>
                <a:spcPct val="150000"/>
              </a:lnSpc>
            </a:pPr>
            <a:r>
              <a:rPr lang="en-US" dirty="0"/>
              <a:t>The data sent to the server with </a:t>
            </a:r>
            <a:r>
              <a:rPr lang="en-US" b="1" dirty="0"/>
              <a:t>POST</a:t>
            </a:r>
            <a:r>
              <a:rPr lang="en-US" dirty="0"/>
              <a:t> is stored in the request body of the </a:t>
            </a:r>
            <a:r>
              <a:rPr lang="en-US" b="1" dirty="0"/>
              <a:t>HTTP</a:t>
            </a:r>
            <a:r>
              <a:rPr lang="en-US" dirty="0"/>
              <a:t> request: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013DFB-D526-43A1-ADDB-5711EFB9DE5E}"/>
              </a:ext>
            </a:extLst>
          </p:cNvPr>
          <p:cNvSpPr txBox="1"/>
          <p:nvPr/>
        </p:nvSpPr>
        <p:spPr>
          <a:xfrm>
            <a:off x="1192747" y="3688221"/>
            <a:ext cx="9708303" cy="1698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POST requests are never cached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POST requests do not remain in the browser history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POST requests cannot be bookmarked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POST requests have no restrictions on data length</a:t>
            </a:r>
          </a:p>
        </p:txBody>
      </p:sp>
    </p:spTree>
    <p:extLst>
      <p:ext uri="{BB962C8B-B14F-4D97-AF65-F5344CB8AC3E}">
        <p14:creationId xmlns:p14="http://schemas.microsoft.com/office/powerpoint/2010/main" val="1247058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7001-813F-4506-9D56-AD2531D4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GET Method in Django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B8D5EA-A4B5-4A74-84BF-9115992C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9A27EAA-33C6-46F1-8E31-F4354AA380A0}"/>
              </a:ext>
            </a:extLst>
          </p:cNvPr>
          <p:cNvSpPr txBox="1"/>
          <p:nvPr/>
        </p:nvSpPr>
        <p:spPr>
          <a:xfrm>
            <a:off x="1775896" y="3113279"/>
            <a:ext cx="6952468" cy="25545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shortcuts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'num1'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.GET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'num2'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'add_num.html'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'answer'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8A1EF64-26A7-428A-A514-C5D9AAB8D64C}"/>
              </a:ext>
            </a:extLst>
          </p:cNvPr>
          <p:cNvSpPr txBox="1"/>
          <p:nvPr/>
        </p:nvSpPr>
        <p:spPr>
          <a:xfrm>
            <a:off x="1775896" y="2652713"/>
            <a:ext cx="6952468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my_site/first_app/urls.py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58131542-9C87-4A95-AF2D-B6CA1F78849D}"/>
              </a:ext>
            </a:extLst>
          </p:cNvPr>
          <p:cNvSpPr/>
          <p:nvPr/>
        </p:nvSpPr>
        <p:spPr>
          <a:xfrm rot="5400000">
            <a:off x="5638758" y="4100907"/>
            <a:ext cx="278432" cy="105168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98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F7001-813F-4506-9D56-AD2531D45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POST Method in Django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B8D5EA-A4B5-4A74-84BF-9115992CD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29A27EAA-33C6-46F1-8E31-F4354AA380A0}"/>
              </a:ext>
            </a:extLst>
          </p:cNvPr>
          <p:cNvSpPr txBox="1"/>
          <p:nvPr/>
        </p:nvSpPr>
        <p:spPr>
          <a:xfrm>
            <a:off x="1775896" y="3113279"/>
            <a:ext cx="6952468" cy="255454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HttpResponse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django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shortcuts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endParaRPr lang="en-US" sz="16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add_number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POST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'num1'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D4D4D4"/>
                </a:solidFill>
                <a:latin typeface="Consolas" panose="020B0609020204030204" pitchFamily="49" charset="0"/>
              </a:rPr>
              <a:t>POST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'num2'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num1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+ </a:t>
            </a:r>
            <a:r>
              <a:rPr lang="en-US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num2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'add_num.html'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{</a:t>
            </a:r>
            <a:r>
              <a:rPr lang="en-US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'answer'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})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68A1EF64-26A7-428A-A514-C5D9AAB8D64C}"/>
              </a:ext>
            </a:extLst>
          </p:cNvPr>
          <p:cNvSpPr txBox="1"/>
          <p:nvPr/>
        </p:nvSpPr>
        <p:spPr>
          <a:xfrm>
            <a:off x="1775896" y="2652713"/>
            <a:ext cx="6952468" cy="4551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b="1" dirty="0">
                <a:solidFill>
                  <a:srgbClr val="002060"/>
                </a:solidFill>
              </a:rPr>
              <a:t>my_site/first_app/urls.py</a:t>
            </a: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3ECB3F6F-A65E-4D0B-BA2F-2ABB5D8B1FEE}"/>
              </a:ext>
            </a:extLst>
          </p:cNvPr>
          <p:cNvSpPr/>
          <p:nvPr/>
        </p:nvSpPr>
        <p:spPr>
          <a:xfrm rot="5400000">
            <a:off x="5749594" y="4100907"/>
            <a:ext cx="278432" cy="1051688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456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82DE0D62-AAD7-4D50-AD06-F7CC05D96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650434"/>
            <a:ext cx="8825658" cy="1133033"/>
          </a:xfrm>
        </p:spPr>
        <p:txBody>
          <a:bodyPr/>
          <a:lstStyle/>
          <a:p>
            <a:r>
              <a:rPr lang="en-US" sz="7200" dirty="0"/>
              <a:t>Thanks for Reading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9E480B-C7EA-408E-8634-B1C2B4707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F892B-1791-4F93-8AFD-83813F10F54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601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1316</TotalTime>
  <Words>494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Arial Rounded MT Bold</vt:lpstr>
      <vt:lpstr>Calibri</vt:lpstr>
      <vt:lpstr>Century Gothic</vt:lpstr>
      <vt:lpstr>Consolas</vt:lpstr>
      <vt:lpstr>Verdana</vt:lpstr>
      <vt:lpstr>Wingdings</vt:lpstr>
      <vt:lpstr>Wingdings 3</vt:lpstr>
      <vt:lpstr>Ion Boardroom</vt:lpstr>
      <vt:lpstr>Part 7  GET &amp; POST Method</vt:lpstr>
      <vt:lpstr>What is HTTP?</vt:lpstr>
      <vt:lpstr>Diagram</vt:lpstr>
      <vt:lpstr>What is GET Request?</vt:lpstr>
      <vt:lpstr>Some other notes on GET requests</vt:lpstr>
      <vt:lpstr>What is POST Request?</vt:lpstr>
      <vt:lpstr>Example of GET Method in Django</vt:lpstr>
      <vt:lpstr>Example of POST Method in Django</vt:lpstr>
      <vt:lpstr>Thanks for 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Babar Ali</dc:creator>
  <cp:lastModifiedBy>Babar Ali</cp:lastModifiedBy>
  <cp:revision>868</cp:revision>
  <dcterms:created xsi:type="dcterms:W3CDTF">2021-12-18T06:39:36Z</dcterms:created>
  <dcterms:modified xsi:type="dcterms:W3CDTF">2022-04-09T09:35:54Z</dcterms:modified>
</cp:coreProperties>
</file>