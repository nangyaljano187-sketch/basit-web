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5"/>
  </p:notesMasterIdLst>
  <p:sldIdLst>
    <p:sldId id="256" r:id="rId2"/>
    <p:sldId id="279" r:id="rId3"/>
    <p:sldId id="285" r:id="rId4"/>
    <p:sldId id="280" r:id="rId5"/>
    <p:sldId id="281" r:id="rId6"/>
    <p:sldId id="282" r:id="rId7"/>
    <p:sldId id="283" r:id="rId8"/>
    <p:sldId id="284" r:id="rId9"/>
    <p:sldId id="286" r:id="rId10"/>
    <p:sldId id="287" r:id="rId11"/>
    <p:sldId id="288" r:id="rId12"/>
    <p:sldId id="289"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63C841-0BBC-4326-A6C0-5E8E93608CF3}"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US"/>
        </a:p>
      </dgm:t>
    </dgm:pt>
    <dgm:pt modelId="{6A8F3F36-E48E-43B5-8B2F-4E1E84BD8419}">
      <dgm:prSet phldrT="[Text]"/>
      <dgm:spPr/>
      <dgm:t>
        <a:bodyPr/>
        <a:lstStyle/>
        <a:p>
          <a:r>
            <a:rPr lang="en-US" dirty="0"/>
            <a:t>Without Argument</a:t>
          </a:r>
        </a:p>
      </dgm:t>
    </dgm:pt>
    <dgm:pt modelId="{0025E104-0543-48ED-803A-F91C1B8563EA}" type="parTrans" cxnId="{D967F36F-2BDB-4C61-9990-D6DE2DCA614C}">
      <dgm:prSet/>
      <dgm:spPr/>
      <dgm:t>
        <a:bodyPr/>
        <a:lstStyle/>
        <a:p>
          <a:endParaRPr lang="en-US"/>
        </a:p>
      </dgm:t>
    </dgm:pt>
    <dgm:pt modelId="{639A1576-03C5-4766-AA63-87BDA5A7DE0C}" type="sibTrans" cxnId="{D967F36F-2BDB-4C61-9990-D6DE2DCA614C}">
      <dgm:prSet/>
      <dgm:spPr/>
      <dgm:t>
        <a:bodyPr/>
        <a:lstStyle/>
        <a:p>
          <a:endParaRPr lang="en-US"/>
        </a:p>
      </dgm:t>
    </dgm:pt>
    <dgm:pt modelId="{B5A4B2E7-474C-46D9-94DE-69D2ADA8162C}">
      <dgm:prSet phldrT="[Text]"/>
      <dgm:spPr/>
      <dgm:t>
        <a:bodyPr/>
        <a:lstStyle/>
        <a:p>
          <a:r>
            <a:rPr lang="en-US" dirty="0"/>
            <a:t>A function without argument</a:t>
          </a:r>
        </a:p>
      </dgm:t>
    </dgm:pt>
    <dgm:pt modelId="{7F5C8473-585D-449F-887B-75F6F090C5A7}" type="parTrans" cxnId="{1C0C0235-FBC1-496C-A368-53F3DA4F3D99}">
      <dgm:prSet/>
      <dgm:spPr/>
      <dgm:t>
        <a:bodyPr/>
        <a:lstStyle/>
        <a:p>
          <a:endParaRPr lang="en-US"/>
        </a:p>
      </dgm:t>
    </dgm:pt>
    <dgm:pt modelId="{A063ED34-D7E8-446A-9E4E-B20E45F7284B}" type="sibTrans" cxnId="{1C0C0235-FBC1-496C-A368-53F3DA4F3D99}">
      <dgm:prSet/>
      <dgm:spPr/>
      <dgm:t>
        <a:bodyPr/>
        <a:lstStyle/>
        <a:p>
          <a:endParaRPr lang="en-US"/>
        </a:p>
      </dgm:t>
    </dgm:pt>
    <dgm:pt modelId="{399A62E8-8630-4BAC-AD7E-75D256BE34F8}">
      <dgm:prSet phldrT="[Text]"/>
      <dgm:spPr/>
      <dgm:t>
        <a:bodyPr/>
        <a:lstStyle/>
        <a:p>
          <a:r>
            <a:rPr lang="en-US" dirty="0"/>
            <a:t>With Argument</a:t>
          </a:r>
        </a:p>
      </dgm:t>
    </dgm:pt>
    <dgm:pt modelId="{4520C300-113C-4236-9751-C84C807DAE5A}" type="parTrans" cxnId="{9E8F82BC-6688-4694-B819-7757C4244606}">
      <dgm:prSet/>
      <dgm:spPr/>
      <dgm:t>
        <a:bodyPr/>
        <a:lstStyle/>
        <a:p>
          <a:endParaRPr lang="en-US"/>
        </a:p>
      </dgm:t>
    </dgm:pt>
    <dgm:pt modelId="{EF552DA1-8271-4683-82F1-B52C761A5909}" type="sibTrans" cxnId="{9E8F82BC-6688-4694-B819-7757C4244606}">
      <dgm:prSet/>
      <dgm:spPr/>
      <dgm:t>
        <a:bodyPr/>
        <a:lstStyle/>
        <a:p>
          <a:endParaRPr lang="en-US"/>
        </a:p>
      </dgm:t>
    </dgm:pt>
    <dgm:pt modelId="{07F5F167-A31E-4559-BC77-F2861FF2CB4F}">
      <dgm:prSet phldrT="[Text]"/>
      <dgm:spPr/>
      <dgm:t>
        <a:bodyPr/>
        <a:lstStyle/>
        <a:p>
          <a:r>
            <a:rPr lang="en-US" dirty="0"/>
            <a:t>A function with arguments</a:t>
          </a:r>
        </a:p>
      </dgm:t>
    </dgm:pt>
    <dgm:pt modelId="{A45A20CB-ABB4-4C07-BB52-D9B2DAF7EF25}" type="parTrans" cxnId="{404F80CE-5331-4474-9211-D7B3CA3CC6F1}">
      <dgm:prSet/>
      <dgm:spPr/>
      <dgm:t>
        <a:bodyPr/>
        <a:lstStyle/>
        <a:p>
          <a:endParaRPr lang="en-US"/>
        </a:p>
      </dgm:t>
    </dgm:pt>
    <dgm:pt modelId="{35AA8288-4766-4FF2-A29B-D10DA941DC9D}" type="sibTrans" cxnId="{404F80CE-5331-4474-9211-D7B3CA3CC6F1}">
      <dgm:prSet/>
      <dgm:spPr/>
      <dgm:t>
        <a:bodyPr/>
        <a:lstStyle/>
        <a:p>
          <a:endParaRPr lang="en-US"/>
        </a:p>
      </dgm:t>
    </dgm:pt>
    <dgm:pt modelId="{70391585-ECCD-4008-9B5C-7C02F62FCA4D}">
      <dgm:prSet phldrT="[Text]"/>
      <dgm:spPr/>
      <dgm:t>
        <a:bodyPr/>
        <a:lstStyle/>
        <a:p>
          <a:r>
            <a:rPr lang="en-US" dirty="0"/>
            <a:t>Default Argument</a:t>
          </a:r>
        </a:p>
      </dgm:t>
    </dgm:pt>
    <dgm:pt modelId="{0FBC1A0E-AEEE-41FE-B6D4-C2F7B1A15F96}" type="parTrans" cxnId="{AB62F0A4-6745-4FC5-9BA8-A4F5F3BDB2C2}">
      <dgm:prSet/>
      <dgm:spPr/>
      <dgm:t>
        <a:bodyPr/>
        <a:lstStyle/>
        <a:p>
          <a:endParaRPr lang="en-US"/>
        </a:p>
      </dgm:t>
    </dgm:pt>
    <dgm:pt modelId="{6EDA9386-9054-4DBA-B160-378997015DD1}" type="sibTrans" cxnId="{AB62F0A4-6745-4FC5-9BA8-A4F5F3BDB2C2}">
      <dgm:prSet/>
      <dgm:spPr/>
      <dgm:t>
        <a:bodyPr/>
        <a:lstStyle/>
        <a:p>
          <a:endParaRPr lang="en-US"/>
        </a:p>
      </dgm:t>
    </dgm:pt>
    <dgm:pt modelId="{89495A7D-19F5-4F14-9A0A-087473E753FF}">
      <dgm:prSet phldrT="[Text]" custT="1"/>
      <dgm:spPr/>
      <dgm:t>
        <a:bodyPr/>
        <a:lstStyle/>
        <a:p>
          <a:r>
            <a:rPr lang="en-US" sz="1600" dirty="0"/>
            <a:t>A function with default argument</a:t>
          </a:r>
        </a:p>
      </dgm:t>
    </dgm:pt>
    <dgm:pt modelId="{4290F0CF-85EE-48DA-BA24-8CCDA560887C}" type="parTrans" cxnId="{1D4C4511-B137-4D19-B296-DDC07384C6B8}">
      <dgm:prSet/>
      <dgm:spPr/>
      <dgm:t>
        <a:bodyPr/>
        <a:lstStyle/>
        <a:p>
          <a:endParaRPr lang="en-US"/>
        </a:p>
      </dgm:t>
    </dgm:pt>
    <dgm:pt modelId="{5DFED95E-6942-451B-9634-69581E668AC8}" type="sibTrans" cxnId="{1D4C4511-B137-4D19-B296-DDC07384C6B8}">
      <dgm:prSet/>
      <dgm:spPr/>
      <dgm:t>
        <a:bodyPr/>
        <a:lstStyle/>
        <a:p>
          <a:endParaRPr lang="en-US"/>
        </a:p>
      </dgm:t>
    </dgm:pt>
    <dgm:pt modelId="{09F28720-C124-4927-B36C-075963AA1839}" type="pres">
      <dgm:prSet presAssocID="{3063C841-0BBC-4326-A6C0-5E8E93608CF3}" presName="rootnode" presStyleCnt="0">
        <dgm:presLayoutVars>
          <dgm:chMax/>
          <dgm:chPref/>
          <dgm:dir/>
          <dgm:animLvl val="lvl"/>
        </dgm:presLayoutVars>
      </dgm:prSet>
      <dgm:spPr/>
    </dgm:pt>
    <dgm:pt modelId="{8998E486-FDAF-48DC-8D69-B4B0728D9C9A}" type="pres">
      <dgm:prSet presAssocID="{6A8F3F36-E48E-43B5-8B2F-4E1E84BD8419}" presName="composite" presStyleCnt="0"/>
      <dgm:spPr/>
    </dgm:pt>
    <dgm:pt modelId="{B813B413-DC83-4F6E-B6D4-91A6056BFBFF}" type="pres">
      <dgm:prSet presAssocID="{6A8F3F36-E48E-43B5-8B2F-4E1E84BD8419}" presName="bentUpArrow1" presStyleLbl="alignImgPlace1" presStyleIdx="0" presStyleCnt="2"/>
      <dgm:spPr/>
    </dgm:pt>
    <dgm:pt modelId="{079A1D92-34A7-4B20-9932-BB87F767B0E5}" type="pres">
      <dgm:prSet presAssocID="{6A8F3F36-E48E-43B5-8B2F-4E1E84BD8419}" presName="ParentText" presStyleLbl="node1" presStyleIdx="0" presStyleCnt="3">
        <dgm:presLayoutVars>
          <dgm:chMax val="1"/>
          <dgm:chPref val="1"/>
          <dgm:bulletEnabled val="1"/>
        </dgm:presLayoutVars>
      </dgm:prSet>
      <dgm:spPr/>
    </dgm:pt>
    <dgm:pt modelId="{1904B0C1-A0BF-40F8-AA51-8F785601C834}" type="pres">
      <dgm:prSet presAssocID="{6A8F3F36-E48E-43B5-8B2F-4E1E84BD8419}" presName="ChildText" presStyleLbl="revTx" presStyleIdx="0" presStyleCnt="3" custScaleX="433270" custLinFactX="76723" custLinFactNeighborX="100000" custLinFactNeighborY="3237">
        <dgm:presLayoutVars>
          <dgm:chMax val="0"/>
          <dgm:chPref val="0"/>
          <dgm:bulletEnabled val="1"/>
        </dgm:presLayoutVars>
      </dgm:prSet>
      <dgm:spPr/>
    </dgm:pt>
    <dgm:pt modelId="{7CD3A2DF-B84F-4424-90F4-3D6CCCF4E4C5}" type="pres">
      <dgm:prSet presAssocID="{639A1576-03C5-4766-AA63-87BDA5A7DE0C}" presName="sibTrans" presStyleCnt="0"/>
      <dgm:spPr/>
    </dgm:pt>
    <dgm:pt modelId="{BB37B305-9780-4CEF-937F-6127F7BCA2FD}" type="pres">
      <dgm:prSet presAssocID="{399A62E8-8630-4BAC-AD7E-75D256BE34F8}" presName="composite" presStyleCnt="0"/>
      <dgm:spPr/>
    </dgm:pt>
    <dgm:pt modelId="{486E9FB9-4F0F-4FD3-8CC3-32A37BF166C7}" type="pres">
      <dgm:prSet presAssocID="{399A62E8-8630-4BAC-AD7E-75D256BE34F8}" presName="bentUpArrow1" presStyleLbl="alignImgPlace1" presStyleIdx="1" presStyleCnt="2"/>
      <dgm:spPr/>
    </dgm:pt>
    <dgm:pt modelId="{20BBD2F2-8FF1-4401-BF1B-1DF9ECA54B2F}" type="pres">
      <dgm:prSet presAssocID="{399A62E8-8630-4BAC-AD7E-75D256BE34F8}" presName="ParentText" presStyleLbl="node1" presStyleIdx="1" presStyleCnt="3">
        <dgm:presLayoutVars>
          <dgm:chMax val="1"/>
          <dgm:chPref val="1"/>
          <dgm:bulletEnabled val="1"/>
        </dgm:presLayoutVars>
      </dgm:prSet>
      <dgm:spPr/>
    </dgm:pt>
    <dgm:pt modelId="{5C4D5409-EBF8-42EC-8CB7-6E3FBE53262A}" type="pres">
      <dgm:prSet presAssocID="{399A62E8-8630-4BAC-AD7E-75D256BE34F8}" presName="ChildText" presStyleLbl="revTx" presStyleIdx="1" presStyleCnt="3" custScaleX="306888" custLinFactX="4839" custLinFactNeighborX="100000">
        <dgm:presLayoutVars>
          <dgm:chMax val="0"/>
          <dgm:chPref val="0"/>
          <dgm:bulletEnabled val="1"/>
        </dgm:presLayoutVars>
      </dgm:prSet>
      <dgm:spPr/>
    </dgm:pt>
    <dgm:pt modelId="{99EB81EA-C8A7-45D9-A5B5-91D750C5F8C7}" type="pres">
      <dgm:prSet presAssocID="{EF552DA1-8271-4683-82F1-B52C761A5909}" presName="sibTrans" presStyleCnt="0"/>
      <dgm:spPr/>
    </dgm:pt>
    <dgm:pt modelId="{398DAC93-10BE-4EB7-AACD-ADFE51878DE5}" type="pres">
      <dgm:prSet presAssocID="{70391585-ECCD-4008-9B5C-7C02F62FCA4D}" presName="composite" presStyleCnt="0"/>
      <dgm:spPr/>
    </dgm:pt>
    <dgm:pt modelId="{8ED49352-642D-4921-9D79-4FCDA7CE41C0}" type="pres">
      <dgm:prSet presAssocID="{70391585-ECCD-4008-9B5C-7C02F62FCA4D}" presName="ParentText" presStyleLbl="node1" presStyleIdx="2" presStyleCnt="3" custLinFactNeighborX="-30679" custLinFactNeighborY="-5451">
        <dgm:presLayoutVars>
          <dgm:chMax val="1"/>
          <dgm:chPref val="1"/>
          <dgm:bulletEnabled val="1"/>
        </dgm:presLayoutVars>
      </dgm:prSet>
      <dgm:spPr/>
    </dgm:pt>
    <dgm:pt modelId="{E8B68D1B-DD7A-49B7-865B-AC66B9576063}" type="pres">
      <dgm:prSet presAssocID="{70391585-ECCD-4008-9B5C-7C02F62FCA4D}" presName="FinalChildText" presStyleLbl="revTx" presStyleIdx="2" presStyleCnt="3" custScaleX="356773" custScaleY="109643" custLinFactX="61502" custLinFactNeighborX="100000" custLinFactNeighborY="-3291">
        <dgm:presLayoutVars>
          <dgm:chMax val="0"/>
          <dgm:chPref val="0"/>
          <dgm:bulletEnabled val="1"/>
        </dgm:presLayoutVars>
      </dgm:prSet>
      <dgm:spPr/>
    </dgm:pt>
  </dgm:ptLst>
  <dgm:cxnLst>
    <dgm:cxn modelId="{1D4C4511-B137-4D19-B296-DDC07384C6B8}" srcId="{70391585-ECCD-4008-9B5C-7C02F62FCA4D}" destId="{89495A7D-19F5-4F14-9A0A-087473E753FF}" srcOrd="0" destOrd="0" parTransId="{4290F0CF-85EE-48DA-BA24-8CCDA560887C}" sibTransId="{5DFED95E-6942-451B-9634-69581E668AC8}"/>
    <dgm:cxn modelId="{0A92321D-F786-4E13-9B8F-E30ACA7D2DB8}" type="presOf" srcId="{399A62E8-8630-4BAC-AD7E-75D256BE34F8}" destId="{20BBD2F2-8FF1-4401-BF1B-1DF9ECA54B2F}" srcOrd="0" destOrd="0" presId="urn:microsoft.com/office/officeart/2005/8/layout/StepDownProcess"/>
    <dgm:cxn modelId="{817A551F-5AC6-4F2E-9AF1-2F93AFD88C69}" type="presOf" srcId="{B5A4B2E7-474C-46D9-94DE-69D2ADA8162C}" destId="{1904B0C1-A0BF-40F8-AA51-8F785601C834}" srcOrd="0" destOrd="0" presId="urn:microsoft.com/office/officeart/2005/8/layout/StepDownProcess"/>
    <dgm:cxn modelId="{1C0C0235-FBC1-496C-A368-53F3DA4F3D99}" srcId="{6A8F3F36-E48E-43B5-8B2F-4E1E84BD8419}" destId="{B5A4B2E7-474C-46D9-94DE-69D2ADA8162C}" srcOrd="0" destOrd="0" parTransId="{7F5C8473-585D-449F-887B-75F6F090C5A7}" sibTransId="{A063ED34-D7E8-446A-9E4E-B20E45F7284B}"/>
    <dgm:cxn modelId="{7536805D-6C29-4266-AF44-D71131440AC6}" type="presOf" srcId="{3063C841-0BBC-4326-A6C0-5E8E93608CF3}" destId="{09F28720-C124-4927-B36C-075963AA1839}" srcOrd="0" destOrd="0" presId="urn:microsoft.com/office/officeart/2005/8/layout/StepDownProcess"/>
    <dgm:cxn modelId="{D967F36F-2BDB-4C61-9990-D6DE2DCA614C}" srcId="{3063C841-0BBC-4326-A6C0-5E8E93608CF3}" destId="{6A8F3F36-E48E-43B5-8B2F-4E1E84BD8419}" srcOrd="0" destOrd="0" parTransId="{0025E104-0543-48ED-803A-F91C1B8563EA}" sibTransId="{639A1576-03C5-4766-AA63-87BDA5A7DE0C}"/>
    <dgm:cxn modelId="{BC53F47A-1CDC-4444-9B4B-C9AE0FA32F69}" type="presOf" srcId="{89495A7D-19F5-4F14-9A0A-087473E753FF}" destId="{E8B68D1B-DD7A-49B7-865B-AC66B9576063}" srcOrd="0" destOrd="0" presId="urn:microsoft.com/office/officeart/2005/8/layout/StepDownProcess"/>
    <dgm:cxn modelId="{AB62F0A4-6745-4FC5-9BA8-A4F5F3BDB2C2}" srcId="{3063C841-0BBC-4326-A6C0-5E8E93608CF3}" destId="{70391585-ECCD-4008-9B5C-7C02F62FCA4D}" srcOrd="2" destOrd="0" parTransId="{0FBC1A0E-AEEE-41FE-B6D4-C2F7B1A15F96}" sibTransId="{6EDA9386-9054-4DBA-B160-378997015DD1}"/>
    <dgm:cxn modelId="{9E8F82BC-6688-4694-B819-7757C4244606}" srcId="{3063C841-0BBC-4326-A6C0-5E8E93608CF3}" destId="{399A62E8-8630-4BAC-AD7E-75D256BE34F8}" srcOrd="1" destOrd="0" parTransId="{4520C300-113C-4236-9751-C84C807DAE5A}" sibTransId="{EF552DA1-8271-4683-82F1-B52C761A5909}"/>
    <dgm:cxn modelId="{404F80CE-5331-4474-9211-D7B3CA3CC6F1}" srcId="{399A62E8-8630-4BAC-AD7E-75D256BE34F8}" destId="{07F5F167-A31E-4559-BC77-F2861FF2CB4F}" srcOrd="0" destOrd="0" parTransId="{A45A20CB-ABB4-4C07-BB52-D9B2DAF7EF25}" sibTransId="{35AA8288-4766-4FF2-A29B-D10DA941DC9D}"/>
    <dgm:cxn modelId="{5707F9DB-C8B6-409C-B21B-236F00CBE693}" type="presOf" srcId="{07F5F167-A31E-4559-BC77-F2861FF2CB4F}" destId="{5C4D5409-EBF8-42EC-8CB7-6E3FBE53262A}" srcOrd="0" destOrd="0" presId="urn:microsoft.com/office/officeart/2005/8/layout/StepDownProcess"/>
    <dgm:cxn modelId="{B68890F7-2137-4EA4-BAAC-D8BC3FA3CC36}" type="presOf" srcId="{70391585-ECCD-4008-9B5C-7C02F62FCA4D}" destId="{8ED49352-642D-4921-9D79-4FCDA7CE41C0}" srcOrd="0" destOrd="0" presId="urn:microsoft.com/office/officeart/2005/8/layout/StepDownProcess"/>
    <dgm:cxn modelId="{7ACBE9F7-0099-414C-A3D6-98E24A60465D}" type="presOf" srcId="{6A8F3F36-E48E-43B5-8B2F-4E1E84BD8419}" destId="{079A1D92-34A7-4B20-9932-BB87F767B0E5}" srcOrd="0" destOrd="0" presId="urn:microsoft.com/office/officeart/2005/8/layout/StepDownProcess"/>
    <dgm:cxn modelId="{6A7C7FC3-C084-45D4-BF00-27044570E890}" type="presParOf" srcId="{09F28720-C124-4927-B36C-075963AA1839}" destId="{8998E486-FDAF-48DC-8D69-B4B0728D9C9A}" srcOrd="0" destOrd="0" presId="urn:microsoft.com/office/officeart/2005/8/layout/StepDownProcess"/>
    <dgm:cxn modelId="{DCACF4B3-2E84-425F-BB6D-C5492A2F8E41}" type="presParOf" srcId="{8998E486-FDAF-48DC-8D69-B4B0728D9C9A}" destId="{B813B413-DC83-4F6E-B6D4-91A6056BFBFF}" srcOrd="0" destOrd="0" presId="urn:microsoft.com/office/officeart/2005/8/layout/StepDownProcess"/>
    <dgm:cxn modelId="{8E3DDD6B-051B-420B-B0DD-E6E1EE68547B}" type="presParOf" srcId="{8998E486-FDAF-48DC-8D69-B4B0728D9C9A}" destId="{079A1D92-34A7-4B20-9932-BB87F767B0E5}" srcOrd="1" destOrd="0" presId="urn:microsoft.com/office/officeart/2005/8/layout/StepDownProcess"/>
    <dgm:cxn modelId="{A77CDFE2-697B-415C-8E29-5A7F8D372FF2}" type="presParOf" srcId="{8998E486-FDAF-48DC-8D69-B4B0728D9C9A}" destId="{1904B0C1-A0BF-40F8-AA51-8F785601C834}" srcOrd="2" destOrd="0" presId="urn:microsoft.com/office/officeart/2005/8/layout/StepDownProcess"/>
    <dgm:cxn modelId="{CC24EA68-3909-4B15-9C19-6259C8E7EB31}" type="presParOf" srcId="{09F28720-C124-4927-B36C-075963AA1839}" destId="{7CD3A2DF-B84F-4424-90F4-3D6CCCF4E4C5}" srcOrd="1" destOrd="0" presId="urn:microsoft.com/office/officeart/2005/8/layout/StepDownProcess"/>
    <dgm:cxn modelId="{E48B8578-8EC5-4ED0-B174-A6C2C59A812B}" type="presParOf" srcId="{09F28720-C124-4927-B36C-075963AA1839}" destId="{BB37B305-9780-4CEF-937F-6127F7BCA2FD}" srcOrd="2" destOrd="0" presId="urn:microsoft.com/office/officeart/2005/8/layout/StepDownProcess"/>
    <dgm:cxn modelId="{EDB70CF1-9A89-4FA7-9E3B-340926D9F197}" type="presParOf" srcId="{BB37B305-9780-4CEF-937F-6127F7BCA2FD}" destId="{486E9FB9-4F0F-4FD3-8CC3-32A37BF166C7}" srcOrd="0" destOrd="0" presId="urn:microsoft.com/office/officeart/2005/8/layout/StepDownProcess"/>
    <dgm:cxn modelId="{5F61BCD3-6081-4DB7-91E2-FCF049220C81}" type="presParOf" srcId="{BB37B305-9780-4CEF-937F-6127F7BCA2FD}" destId="{20BBD2F2-8FF1-4401-BF1B-1DF9ECA54B2F}" srcOrd="1" destOrd="0" presId="urn:microsoft.com/office/officeart/2005/8/layout/StepDownProcess"/>
    <dgm:cxn modelId="{6B18DDC7-5F1C-48AF-9B26-E0507B372D20}" type="presParOf" srcId="{BB37B305-9780-4CEF-937F-6127F7BCA2FD}" destId="{5C4D5409-EBF8-42EC-8CB7-6E3FBE53262A}" srcOrd="2" destOrd="0" presId="urn:microsoft.com/office/officeart/2005/8/layout/StepDownProcess"/>
    <dgm:cxn modelId="{81B7B13C-6F70-4707-AE2C-702C9C67CADC}" type="presParOf" srcId="{09F28720-C124-4927-B36C-075963AA1839}" destId="{99EB81EA-C8A7-45D9-A5B5-91D750C5F8C7}" srcOrd="3" destOrd="0" presId="urn:microsoft.com/office/officeart/2005/8/layout/StepDownProcess"/>
    <dgm:cxn modelId="{7520A653-A8D6-43AF-AE5D-33FD3CAC2172}" type="presParOf" srcId="{09F28720-C124-4927-B36C-075963AA1839}" destId="{398DAC93-10BE-4EB7-AACD-ADFE51878DE5}" srcOrd="4" destOrd="0" presId="urn:microsoft.com/office/officeart/2005/8/layout/StepDownProcess"/>
    <dgm:cxn modelId="{851FBAB0-DE71-4E82-8A39-3176E4F31059}" type="presParOf" srcId="{398DAC93-10BE-4EB7-AACD-ADFE51878DE5}" destId="{8ED49352-642D-4921-9D79-4FCDA7CE41C0}" srcOrd="0" destOrd="0" presId="urn:microsoft.com/office/officeart/2005/8/layout/StepDownProcess"/>
    <dgm:cxn modelId="{EA9CD311-8FFE-49D4-879F-C1B86B5F3DFC}" type="presParOf" srcId="{398DAC93-10BE-4EB7-AACD-ADFE51878DE5}" destId="{E8B68D1B-DD7A-49B7-865B-AC66B9576063}"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13B413-DC83-4F6E-B6D4-91A6056BFBFF}">
      <dsp:nvSpPr>
        <dsp:cNvPr id="0" name=""/>
        <dsp:cNvSpPr/>
      </dsp:nvSpPr>
      <dsp:spPr>
        <a:xfrm rot="5400000">
          <a:off x="1597997" y="1031307"/>
          <a:ext cx="912102" cy="1038396"/>
        </a:xfrm>
        <a:prstGeom prst="bentUpArrow">
          <a:avLst>
            <a:gd name="adj1" fmla="val 32840"/>
            <a:gd name="adj2" fmla="val 25000"/>
            <a:gd name="adj3" fmla="val 35780"/>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79A1D92-34A7-4B20-9932-BB87F767B0E5}">
      <dsp:nvSpPr>
        <dsp:cNvPr id="0" name=""/>
        <dsp:cNvSpPr/>
      </dsp:nvSpPr>
      <dsp:spPr>
        <a:xfrm>
          <a:off x="1356345" y="20223"/>
          <a:ext cx="1535443" cy="1074760"/>
        </a:xfrm>
        <a:prstGeom prst="roundRect">
          <a:avLst>
            <a:gd name="adj" fmla="val 166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Without Argument</a:t>
          </a:r>
        </a:p>
      </dsp:txBody>
      <dsp:txXfrm>
        <a:off x="1408820" y="72698"/>
        <a:ext cx="1430493" cy="969810"/>
      </dsp:txXfrm>
    </dsp:sp>
    <dsp:sp modelId="{1904B0C1-A0BF-40F8-AA51-8F785601C834}">
      <dsp:nvSpPr>
        <dsp:cNvPr id="0" name=""/>
        <dsp:cNvSpPr/>
      </dsp:nvSpPr>
      <dsp:spPr>
        <a:xfrm>
          <a:off x="3004445" y="150845"/>
          <a:ext cx="4838479" cy="868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A function without argument</a:t>
          </a:r>
        </a:p>
      </dsp:txBody>
      <dsp:txXfrm>
        <a:off x="3004445" y="150845"/>
        <a:ext cx="4838479" cy="868669"/>
      </dsp:txXfrm>
    </dsp:sp>
    <dsp:sp modelId="{486E9FB9-4F0F-4FD3-8CC3-32A37BF166C7}">
      <dsp:nvSpPr>
        <dsp:cNvPr id="0" name=""/>
        <dsp:cNvSpPr/>
      </dsp:nvSpPr>
      <dsp:spPr>
        <a:xfrm rot="5400000">
          <a:off x="3595039" y="2238618"/>
          <a:ext cx="912102" cy="1038396"/>
        </a:xfrm>
        <a:prstGeom prst="bentUpArrow">
          <a:avLst>
            <a:gd name="adj1" fmla="val 32840"/>
            <a:gd name="adj2" fmla="val 25000"/>
            <a:gd name="adj3" fmla="val 35780"/>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BBD2F2-8FF1-4401-BF1B-1DF9ECA54B2F}">
      <dsp:nvSpPr>
        <dsp:cNvPr id="0" name=""/>
        <dsp:cNvSpPr/>
      </dsp:nvSpPr>
      <dsp:spPr>
        <a:xfrm>
          <a:off x="3353387" y="1227534"/>
          <a:ext cx="1535443" cy="1074760"/>
        </a:xfrm>
        <a:prstGeom prst="roundRect">
          <a:avLst>
            <a:gd name="adj" fmla="val 166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With Argument</a:t>
          </a:r>
        </a:p>
      </dsp:txBody>
      <dsp:txXfrm>
        <a:off x="3405862" y="1280009"/>
        <a:ext cx="1430493" cy="969810"/>
      </dsp:txXfrm>
    </dsp:sp>
    <dsp:sp modelId="{5C4D5409-EBF8-42EC-8CB7-6E3FBE53262A}">
      <dsp:nvSpPr>
        <dsp:cNvPr id="0" name=""/>
        <dsp:cNvSpPr/>
      </dsp:nvSpPr>
      <dsp:spPr>
        <a:xfrm>
          <a:off x="4904409" y="1330037"/>
          <a:ext cx="3427127" cy="868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A function with arguments</a:t>
          </a:r>
        </a:p>
      </dsp:txBody>
      <dsp:txXfrm>
        <a:off x="4904409" y="1330037"/>
        <a:ext cx="3427127" cy="868669"/>
      </dsp:txXfrm>
    </dsp:sp>
    <dsp:sp modelId="{8ED49352-642D-4921-9D79-4FCDA7CE41C0}">
      <dsp:nvSpPr>
        <dsp:cNvPr id="0" name=""/>
        <dsp:cNvSpPr/>
      </dsp:nvSpPr>
      <dsp:spPr>
        <a:xfrm>
          <a:off x="5204799" y="2376260"/>
          <a:ext cx="1535443" cy="1074760"/>
        </a:xfrm>
        <a:prstGeom prst="roundRect">
          <a:avLst>
            <a:gd name="adj" fmla="val 166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Default Argument</a:t>
          </a:r>
        </a:p>
      </dsp:txBody>
      <dsp:txXfrm>
        <a:off x="5257274" y="2428735"/>
        <a:ext cx="1430493" cy="969810"/>
      </dsp:txXfrm>
    </dsp:sp>
    <dsp:sp modelId="{E8B68D1B-DD7A-49B7-865B-AC66B9576063}">
      <dsp:nvSpPr>
        <dsp:cNvPr id="0" name=""/>
        <dsp:cNvSpPr/>
      </dsp:nvSpPr>
      <dsp:spPr>
        <a:xfrm>
          <a:off x="6808481" y="2466877"/>
          <a:ext cx="3984210" cy="952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A function with default argument</a:t>
          </a:r>
        </a:p>
      </dsp:txBody>
      <dsp:txXfrm>
        <a:off x="6808481" y="2466877"/>
        <a:ext cx="3984210" cy="952434"/>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327AA2-C240-46A2-936B-74D08DECA3A7}" type="datetimeFigureOut">
              <a:rPr lang="en-US" smtClean="0"/>
              <a:t>1/17/2022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42259B-3E87-49A4-A321-BEF1BD20C4E9}" type="slidenum">
              <a:rPr lang="en-US" smtClean="0"/>
              <a:t>‹#›</a:t>
            </a:fld>
            <a:endParaRPr lang="en-US"/>
          </a:p>
        </p:txBody>
      </p:sp>
    </p:spTree>
    <p:extLst>
      <p:ext uri="{BB962C8B-B14F-4D97-AF65-F5344CB8AC3E}">
        <p14:creationId xmlns:p14="http://schemas.microsoft.com/office/powerpoint/2010/main" val="62542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2A9FCE2-0C30-425B-BD34-65F77162D4A6}" type="datetime1">
              <a:rPr lang="en-US" smtClean="0"/>
              <a:t>1/17/2022</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843812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9BE443-C17D-4310-A66C-8D41202C3877}" type="datetime1">
              <a:rPr lang="en-US" smtClean="0"/>
              <a:t>1/17/2022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342518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FC48F0-158D-4C7A-9C2F-0DBD8A353A5A}" type="datetime1">
              <a:rPr lang="en-US" smtClean="0"/>
              <a:t>1/17/2022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985654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CC294F-D308-4C16-BAC1-7A44E6F06E76}" type="datetime1">
              <a:rPr lang="en-US" smtClean="0"/>
              <a:t>1/17/2022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4101258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781214-69C5-49F8-A264-1AF2D079D60F}" type="datetime1">
              <a:rPr lang="en-US" smtClean="0"/>
              <a:t>1/17/2022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236445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63F02D-F370-4394-8C74-0D51DD8D5673}" type="datetime1">
              <a:rPr lang="en-US" smtClean="0"/>
              <a:t>1/17/2022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81241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D8A645-686C-46D7-9A38-B0ED3D5C0FFE}" type="datetime1">
              <a:rPr lang="en-US" smtClean="0"/>
              <a:t>1/17/2022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3944970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0DECDB-27FF-408E-967E-2FF555BB7191}" type="datetime1">
              <a:rPr lang="en-US" smtClean="0"/>
              <a:t>1/17/2022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198587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dirty="0"/>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F844ED-5725-4050-94BC-CEBBF5F15283}" type="datetime1">
              <a:rPr lang="en-US" smtClean="0"/>
              <a:t>1/17/2022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236820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C99F2C-D40C-4776-A30F-DAD692012614}" type="datetime1">
              <a:rPr lang="en-US" smtClean="0"/>
              <a:t>1/17/2022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520996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F61E1AC-20E8-47BB-963B-32490DB75DF5}" type="datetime1">
              <a:rPr lang="en-US" smtClean="0"/>
              <a:t>1/17/2022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386379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E3625AC-5F1C-4018-ABA4-E7AC17AAC6A3}" type="datetime1">
              <a:rPr lang="en-US" smtClean="0"/>
              <a:t>1/17/2022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3920705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E600F7-1B31-4E64-A77D-FDAA1B62FFAC}" type="datetime1">
              <a:rPr lang="en-US" smtClean="0"/>
              <a:t>1/17/2022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503351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16D4620-801E-46F1-9983-AFE60CF14DA0}" type="datetime1">
              <a:rPr lang="en-US" smtClean="0"/>
              <a:t>1/17/2022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330406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D7E13EA-3392-4F08-958C-C87303863311}" type="datetime1">
              <a:rPr lang="en-US" smtClean="0"/>
              <a:t>1/17/2022</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0300609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DEF8113F-4240-4B8B-90F6-D8BD8BDB6287}" type="datetime1">
              <a:rPr lang="en-US" smtClean="0"/>
              <a:t>1/17/2022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767021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1A0F2C2-DD47-4C57-8D93-BCE77E07E1FB}" type="datetime1">
              <a:rPr lang="en-US" smtClean="0"/>
              <a:t>1/17/2022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760030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D7A210D0-3BBA-41B4-A219-A06473CEBDA9}" type="datetime1">
              <a:rPr lang="en-US" smtClean="0"/>
              <a:t>1/17/2022</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D6F892B-1791-4F93-8AFD-83813F10F54D}" type="slidenum">
              <a:rPr lang="en-US" smtClean="0"/>
              <a:t>‹#›</a:t>
            </a:fld>
            <a:endParaRPr lang="en-US" dirty="0"/>
          </a:p>
        </p:txBody>
      </p:sp>
    </p:spTree>
    <p:extLst>
      <p:ext uri="{BB962C8B-B14F-4D97-AF65-F5344CB8AC3E}">
        <p14:creationId xmlns:p14="http://schemas.microsoft.com/office/powerpoint/2010/main" val="119690409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C75D2F71-C3D9-4A89-ADF7-43E4E7BE06D5}"/>
              </a:ext>
            </a:extLst>
          </p:cNvPr>
          <p:cNvSpPr>
            <a:spLocks noGrp="1"/>
          </p:cNvSpPr>
          <p:nvPr>
            <p:ph type="ctrTitle"/>
          </p:nvPr>
        </p:nvSpPr>
        <p:spPr>
          <a:xfrm>
            <a:off x="1154954" y="1384115"/>
            <a:ext cx="10188907" cy="2677648"/>
          </a:xfrm>
        </p:spPr>
        <p:txBody>
          <a:bodyPr/>
          <a:lstStyle/>
          <a:p>
            <a:r>
              <a:rPr lang="en-US">
                <a:latin typeface="Arial Rounded MT Bold" panose="020F0704030504030204" pitchFamily="34" charset="0"/>
              </a:rPr>
              <a:t>Part 11</a:t>
            </a:r>
            <a:br>
              <a:rPr lang="en-US" dirty="0">
                <a:latin typeface="Arial Rounded MT Bold" panose="020F0704030504030204" pitchFamily="34" charset="0"/>
              </a:rPr>
            </a:br>
            <a:br>
              <a:rPr lang="en-US" sz="4000" dirty="0">
                <a:latin typeface="Arial Rounded MT Bold" panose="020F0704030504030204" pitchFamily="34" charset="0"/>
              </a:rPr>
            </a:br>
            <a:r>
              <a:rPr lang="en-US" sz="4000" dirty="0">
                <a:latin typeface="Arial Rounded MT Bold" panose="020F0704030504030204" pitchFamily="34" charset="0"/>
              </a:rPr>
              <a:t>What is Function in Python</a:t>
            </a:r>
            <a:endParaRPr lang="en-US" sz="4800" b="1" dirty="0"/>
          </a:p>
        </p:txBody>
      </p:sp>
      <p:sp>
        <p:nvSpPr>
          <p:cNvPr id="23" name="Subtitle 22">
            <a:extLst>
              <a:ext uri="{FF2B5EF4-FFF2-40B4-BE49-F238E27FC236}">
                <a16:creationId xmlns:a16="http://schemas.microsoft.com/office/drawing/2014/main" id="{7EAC1220-5808-4927-8A48-4FD19D7906DA}"/>
              </a:ext>
            </a:extLst>
          </p:cNvPr>
          <p:cNvSpPr>
            <a:spLocks noGrp="1"/>
          </p:cNvSpPr>
          <p:nvPr>
            <p:ph type="subTitle" idx="1"/>
          </p:nvPr>
        </p:nvSpPr>
        <p:spPr>
          <a:xfrm>
            <a:off x="1154955" y="4287049"/>
            <a:ext cx="8825658" cy="430725"/>
          </a:xfrm>
        </p:spPr>
        <p:txBody>
          <a:bodyPr>
            <a:normAutofit lnSpcReduction="10000"/>
          </a:bodyPr>
          <a:lstStyle/>
          <a:p>
            <a:r>
              <a:rPr lang="en-US" sz="2400" dirty="0"/>
              <a:t>Version: 3.o</a:t>
            </a:r>
          </a:p>
          <a:p>
            <a:endParaRPr lang="en-US" sz="2400" dirty="0"/>
          </a:p>
        </p:txBody>
      </p:sp>
      <p:sp>
        <p:nvSpPr>
          <p:cNvPr id="24" name="Subtitle 22">
            <a:extLst>
              <a:ext uri="{FF2B5EF4-FFF2-40B4-BE49-F238E27FC236}">
                <a16:creationId xmlns:a16="http://schemas.microsoft.com/office/drawing/2014/main" id="{EF647C65-2962-495E-8F1A-C5ABE3700C82}"/>
              </a:ext>
            </a:extLst>
          </p:cNvPr>
          <p:cNvSpPr txBox="1">
            <a:spLocks/>
          </p:cNvSpPr>
          <p:nvPr/>
        </p:nvSpPr>
        <p:spPr bwMode="gray">
          <a:xfrm>
            <a:off x="8489743" y="5755393"/>
            <a:ext cx="2981739" cy="4307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cap="all">
                <a:solidFill>
                  <a:schemeClr val="accent1">
                    <a:lumMod val="60000"/>
                    <a:lumOff val="4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9pPr>
          </a:lstStyle>
          <a:p>
            <a:r>
              <a:rPr lang="en-US" sz="2000" b="1" dirty="0">
                <a:solidFill>
                  <a:schemeClr val="bg1"/>
                </a:solidFill>
                <a:latin typeface="+mj-lt"/>
              </a:rPr>
              <a:t>Written by: Babar </a:t>
            </a:r>
            <a:r>
              <a:rPr lang="en-US" sz="2000" b="1" dirty="0" err="1">
                <a:solidFill>
                  <a:schemeClr val="bg1"/>
                </a:solidFill>
                <a:latin typeface="+mj-lt"/>
              </a:rPr>
              <a:t>ali</a:t>
            </a:r>
            <a:r>
              <a:rPr lang="en-US" sz="2000" b="1" dirty="0">
                <a:solidFill>
                  <a:schemeClr val="bg1"/>
                </a:solidFill>
                <a:latin typeface="+mj-lt"/>
              </a:rPr>
              <a:t> </a:t>
            </a:r>
          </a:p>
        </p:txBody>
      </p:sp>
      <p:sp>
        <p:nvSpPr>
          <p:cNvPr id="2" name="Slide Number Placeholder 1">
            <a:extLst>
              <a:ext uri="{FF2B5EF4-FFF2-40B4-BE49-F238E27FC236}">
                <a16:creationId xmlns:a16="http://schemas.microsoft.com/office/drawing/2014/main" id="{A319BE65-88D1-4524-9E14-2B34145F857B}"/>
              </a:ext>
            </a:extLst>
          </p:cNvPr>
          <p:cNvSpPr>
            <a:spLocks noGrp="1"/>
          </p:cNvSpPr>
          <p:nvPr>
            <p:ph type="sldNum" sz="quarter" idx="12"/>
          </p:nvPr>
        </p:nvSpPr>
        <p:spPr/>
        <p:txBody>
          <a:bodyPr/>
          <a:lstStyle/>
          <a:p>
            <a:fld id="{0D6F892B-1791-4F93-8AFD-83813F10F54D}" type="slidenum">
              <a:rPr lang="en-US" smtClean="0"/>
              <a:t>1</a:t>
            </a:fld>
            <a:endParaRPr lang="en-US" dirty="0"/>
          </a:p>
        </p:txBody>
      </p:sp>
    </p:spTree>
    <p:extLst>
      <p:ext uri="{BB962C8B-B14F-4D97-AF65-F5344CB8AC3E}">
        <p14:creationId xmlns:p14="http://schemas.microsoft.com/office/powerpoint/2010/main" val="3989014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8917302" cy="767686"/>
          </a:xfrm>
        </p:spPr>
        <p:txBody>
          <a:bodyPr>
            <a:normAutofit fontScale="90000"/>
          </a:bodyPr>
          <a:lstStyle/>
          <a:p>
            <a:r>
              <a:rPr lang="en-US" sz="3600" dirty="0"/>
              <a:t>What is function? What is built-in function</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2</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44623"/>
            <a:ext cx="10699480" cy="1880451"/>
          </a:xfrm>
          <a:prstGeom prst="rect">
            <a:avLst/>
          </a:prstGeom>
          <a:noFill/>
        </p:spPr>
        <p:txBody>
          <a:bodyPr wrap="square" rtlCol="0">
            <a:spAutoFit/>
          </a:bodyPr>
          <a:lstStyle/>
          <a:p>
            <a:pPr algn="just">
              <a:lnSpc>
                <a:spcPct val="150000"/>
              </a:lnSpc>
            </a:pPr>
            <a:r>
              <a:rPr lang="en-US" sz="2000" dirty="0">
                <a:solidFill>
                  <a:schemeClr val="bg2">
                    <a:lumMod val="10000"/>
                  </a:schemeClr>
                </a:solidFill>
              </a:rPr>
              <a:t>In Python, a function is a group of related statements that performs a specific task.</a:t>
            </a:r>
          </a:p>
          <a:p>
            <a:pPr algn="just">
              <a:lnSpc>
                <a:spcPct val="150000"/>
              </a:lnSpc>
            </a:pPr>
            <a:r>
              <a:rPr lang="en-US" sz="2000" dirty="0">
                <a:solidFill>
                  <a:schemeClr val="bg2">
                    <a:lumMod val="10000"/>
                  </a:schemeClr>
                </a:solidFill>
              </a:rPr>
              <a:t>Function help break our program into smaller and modular chunks. As our program grows larger and larger, functions make it more organized and manageable.</a:t>
            </a:r>
          </a:p>
          <a:p>
            <a:pPr algn="just">
              <a:lnSpc>
                <a:spcPct val="150000"/>
              </a:lnSpc>
            </a:pPr>
            <a:r>
              <a:rPr lang="en-US" sz="2000" dirty="0">
                <a:solidFill>
                  <a:schemeClr val="bg2">
                    <a:lumMod val="10000"/>
                  </a:schemeClr>
                </a:solidFill>
              </a:rPr>
              <a:t>Furthermore, it avoids repetition and make the code reusable.</a:t>
            </a:r>
          </a:p>
        </p:txBody>
      </p:sp>
      <p:sp>
        <p:nvSpPr>
          <p:cNvPr id="18" name="TextBox 17">
            <a:extLst>
              <a:ext uri="{FF2B5EF4-FFF2-40B4-BE49-F238E27FC236}">
                <a16:creationId xmlns:a16="http://schemas.microsoft.com/office/drawing/2014/main" id="{783EE2C9-A23E-40F3-9B80-B99D2F32CC37}"/>
              </a:ext>
            </a:extLst>
          </p:cNvPr>
          <p:cNvSpPr txBox="1"/>
          <p:nvPr/>
        </p:nvSpPr>
        <p:spPr>
          <a:xfrm>
            <a:off x="1064919" y="5011736"/>
            <a:ext cx="5141921" cy="1225464"/>
          </a:xfrm>
          <a:prstGeom prst="rect">
            <a:avLst/>
          </a:prstGeom>
          <a:noFill/>
          <a:ln>
            <a:solidFill>
              <a:schemeClr val="accent1"/>
            </a:solidFill>
          </a:ln>
        </p:spPr>
        <p:txBody>
          <a:bodyPr wrap="square" rtlCol="0">
            <a:spAutoFit/>
          </a:bodyPr>
          <a:lstStyle/>
          <a:p>
            <a:pPr algn="just">
              <a:lnSpc>
                <a:spcPct val="200000"/>
              </a:lnSpc>
            </a:pPr>
            <a:r>
              <a:rPr lang="en-US" sz="2000" b="1" dirty="0">
                <a:solidFill>
                  <a:srgbClr val="002060"/>
                </a:solidFill>
              </a:rPr>
              <a:t>def   </a:t>
            </a:r>
            <a:r>
              <a:rPr lang="en-US" sz="2000" b="1" dirty="0" err="1">
                <a:solidFill>
                  <a:srgbClr val="002060"/>
                </a:solidFill>
              </a:rPr>
              <a:t>function_name</a:t>
            </a:r>
            <a:r>
              <a:rPr lang="en-US" sz="2000" b="1" dirty="0">
                <a:solidFill>
                  <a:srgbClr val="002060"/>
                </a:solidFill>
              </a:rPr>
              <a:t> ( </a:t>
            </a:r>
            <a:r>
              <a:rPr lang="en-US" sz="2000" b="1" dirty="0" err="1">
                <a:solidFill>
                  <a:srgbClr val="002060"/>
                </a:solidFill>
              </a:rPr>
              <a:t>paramters</a:t>
            </a:r>
            <a:r>
              <a:rPr lang="en-US" sz="2000" b="1" dirty="0">
                <a:solidFill>
                  <a:srgbClr val="002060"/>
                </a:solidFill>
              </a:rPr>
              <a:t> ) :</a:t>
            </a:r>
          </a:p>
          <a:p>
            <a:pPr algn="just">
              <a:lnSpc>
                <a:spcPct val="200000"/>
              </a:lnSpc>
            </a:pPr>
            <a:r>
              <a:rPr lang="en-US" sz="2000" b="1" dirty="0">
                <a:solidFill>
                  <a:srgbClr val="002060"/>
                </a:solidFill>
              </a:rPr>
              <a:t>	  statement(s)</a:t>
            </a:r>
          </a:p>
        </p:txBody>
      </p:sp>
      <p:sp>
        <p:nvSpPr>
          <p:cNvPr id="19" name="Title 7">
            <a:extLst>
              <a:ext uri="{FF2B5EF4-FFF2-40B4-BE49-F238E27FC236}">
                <a16:creationId xmlns:a16="http://schemas.microsoft.com/office/drawing/2014/main" id="{C4018367-61A1-4C14-AB40-92F63CBD14AC}"/>
              </a:ext>
            </a:extLst>
          </p:cNvPr>
          <p:cNvSpPr txBox="1">
            <a:spLocks/>
          </p:cNvSpPr>
          <p:nvPr/>
        </p:nvSpPr>
        <p:spPr bwMode="gray">
          <a:xfrm>
            <a:off x="954079" y="4211219"/>
            <a:ext cx="7213191" cy="767686"/>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tx1"/>
                </a:solidFill>
              </a:rPr>
              <a:t>Syntax:</a:t>
            </a:r>
          </a:p>
        </p:txBody>
      </p:sp>
    </p:spTree>
    <p:extLst>
      <p:ext uri="{BB962C8B-B14F-4D97-AF65-F5344CB8AC3E}">
        <p14:creationId xmlns:p14="http://schemas.microsoft.com/office/powerpoint/2010/main" val="2164549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What is function?</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3</a:t>
            </a:fld>
            <a:endParaRPr lang="en-US" dirty="0"/>
          </a:p>
        </p:txBody>
      </p:sp>
      <p:graphicFrame>
        <p:nvGraphicFramePr>
          <p:cNvPr id="3" name="Diagram 2">
            <a:extLst>
              <a:ext uri="{FF2B5EF4-FFF2-40B4-BE49-F238E27FC236}">
                <a16:creationId xmlns:a16="http://schemas.microsoft.com/office/drawing/2014/main" id="{5EAF32C9-69B0-45FE-AF3A-66E10D3FBBE6}"/>
              </a:ext>
            </a:extLst>
          </p:cNvPr>
          <p:cNvGraphicFramePr/>
          <p:nvPr>
            <p:extLst>
              <p:ext uri="{D42A27DB-BD31-4B8C-83A1-F6EECF244321}">
                <p14:modId xmlns:p14="http://schemas.microsoft.com/office/powerpoint/2010/main" val="3328875435"/>
              </p:ext>
            </p:extLst>
          </p:nvPr>
        </p:nvGraphicFramePr>
        <p:xfrm>
          <a:off x="822444" y="2493047"/>
          <a:ext cx="10792692" cy="35298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8274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9319083" cy="767686"/>
          </a:xfrm>
        </p:spPr>
        <p:txBody>
          <a:bodyPr>
            <a:noAutofit/>
          </a:bodyPr>
          <a:lstStyle/>
          <a:p>
            <a:r>
              <a:rPr lang="en-US" sz="2800" dirty="0"/>
              <a:t>Create and Calling a Function without argument</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4</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44623"/>
            <a:ext cx="10699480" cy="141878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solidFill>
                  <a:schemeClr val="bg2">
                    <a:lumMod val="10000"/>
                  </a:schemeClr>
                </a:solidFill>
              </a:rPr>
              <a:t>A function is a block of code which only runs when it is called.</a:t>
            </a:r>
          </a:p>
          <a:p>
            <a:pPr marL="342900" indent="-342900" algn="just">
              <a:lnSpc>
                <a:spcPct val="150000"/>
              </a:lnSpc>
              <a:buFont typeface="Arial" panose="020B0604020202020204" pitchFamily="34" charset="0"/>
              <a:buChar char="•"/>
            </a:pPr>
            <a:r>
              <a:rPr lang="en-US" sz="2000" dirty="0">
                <a:solidFill>
                  <a:schemeClr val="bg2">
                    <a:lumMod val="10000"/>
                  </a:schemeClr>
                </a:solidFill>
              </a:rPr>
              <a:t>You can pass data, know as </a:t>
            </a:r>
            <a:r>
              <a:rPr lang="en-US" sz="2000" b="1" dirty="0">
                <a:solidFill>
                  <a:schemeClr val="bg2">
                    <a:lumMod val="10000"/>
                  </a:schemeClr>
                </a:solidFill>
              </a:rPr>
              <a:t>parameters</a:t>
            </a:r>
            <a:r>
              <a:rPr lang="en-US" sz="2000" dirty="0">
                <a:solidFill>
                  <a:schemeClr val="bg2">
                    <a:lumMod val="10000"/>
                  </a:schemeClr>
                </a:solidFill>
              </a:rPr>
              <a:t>, into a function.</a:t>
            </a:r>
          </a:p>
          <a:p>
            <a:pPr marL="342900" indent="-342900" algn="just">
              <a:lnSpc>
                <a:spcPct val="150000"/>
              </a:lnSpc>
              <a:buFont typeface="Arial" panose="020B0604020202020204" pitchFamily="34" charset="0"/>
              <a:buChar char="•"/>
            </a:pPr>
            <a:r>
              <a:rPr lang="en-US" sz="2000" dirty="0">
                <a:solidFill>
                  <a:schemeClr val="bg2">
                    <a:lumMod val="10000"/>
                  </a:schemeClr>
                </a:solidFill>
              </a:rPr>
              <a:t>A function can return data as a result.</a:t>
            </a:r>
          </a:p>
        </p:txBody>
      </p:sp>
      <p:sp>
        <p:nvSpPr>
          <p:cNvPr id="10" name="TextBox 9">
            <a:extLst>
              <a:ext uri="{FF2B5EF4-FFF2-40B4-BE49-F238E27FC236}">
                <a16:creationId xmlns:a16="http://schemas.microsoft.com/office/drawing/2014/main" id="{48FFB47C-3286-4DD0-9CCB-2DB73EDE182A}"/>
              </a:ext>
            </a:extLst>
          </p:cNvPr>
          <p:cNvSpPr txBox="1"/>
          <p:nvPr/>
        </p:nvSpPr>
        <p:spPr>
          <a:xfrm>
            <a:off x="1362770" y="4130006"/>
            <a:ext cx="6096000" cy="1754326"/>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6A9955"/>
                </a:solidFill>
                <a:effectLst/>
                <a:latin typeface="Consolas" panose="020B0609020204030204" pitchFamily="49" charset="0"/>
              </a:rPr>
              <a:t># Create a Function using by "def" keyword</a:t>
            </a:r>
            <a:endParaRPr lang="en-US" b="0" dirty="0">
              <a:solidFill>
                <a:srgbClr val="D4D4D4"/>
              </a:solidFill>
              <a:effectLst/>
              <a:latin typeface="Consolas" panose="020B0609020204030204" pitchFamily="49" charset="0"/>
            </a:endParaRPr>
          </a:p>
          <a:p>
            <a:r>
              <a:rPr lang="en-US" b="0" dirty="0">
                <a:solidFill>
                  <a:srgbClr val="569CD6"/>
                </a:solidFill>
                <a:effectLst/>
                <a:latin typeface="Consolas" panose="020B0609020204030204" pitchFamily="49" charset="0"/>
              </a:rPr>
              <a:t>def</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Hello</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"My First Function in Python"</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6A9955"/>
                </a:solidFill>
                <a:effectLst/>
                <a:latin typeface="Consolas" panose="020B0609020204030204" pitchFamily="49" charset="0"/>
              </a:rPr>
              <a:t># Calling a function</a:t>
            </a:r>
            <a:endParaRPr lang="en-US" b="0" dirty="0">
              <a:solidFill>
                <a:srgbClr val="D4D4D4"/>
              </a:solidFill>
              <a:effectLst/>
              <a:latin typeface="Consolas" panose="020B0609020204030204" pitchFamily="49" charset="0"/>
            </a:endParaRPr>
          </a:p>
          <a:p>
            <a:r>
              <a:rPr lang="en-US" b="0" dirty="0">
                <a:solidFill>
                  <a:srgbClr val="DCDCAA"/>
                </a:solidFill>
                <a:effectLst/>
                <a:latin typeface="Consolas" panose="020B0609020204030204" pitchFamily="49" charset="0"/>
              </a:rPr>
              <a:t>Hello</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075651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Function with Argument</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5</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44623"/>
            <a:ext cx="10699480" cy="1418786"/>
          </a:xfrm>
          <a:prstGeom prst="rect">
            <a:avLst/>
          </a:prstGeom>
          <a:noFill/>
        </p:spPr>
        <p:txBody>
          <a:bodyPr wrap="square" rtlCol="0">
            <a:spAutoFit/>
          </a:bodyPr>
          <a:lstStyle/>
          <a:p>
            <a:pPr algn="just">
              <a:lnSpc>
                <a:spcPct val="150000"/>
              </a:lnSpc>
            </a:pPr>
            <a:r>
              <a:rPr lang="en-US" sz="2000" dirty="0">
                <a:solidFill>
                  <a:schemeClr val="bg2">
                    <a:lumMod val="10000"/>
                  </a:schemeClr>
                </a:solidFill>
              </a:rPr>
              <a:t>Information can be passed into functions as arguments. Arguments are specified after the function name, inside the parentheses. You can add as many arguments as you want, just separate them with a comma.</a:t>
            </a:r>
          </a:p>
        </p:txBody>
      </p:sp>
      <p:sp>
        <p:nvSpPr>
          <p:cNvPr id="9" name="TextBox 8">
            <a:extLst>
              <a:ext uri="{FF2B5EF4-FFF2-40B4-BE49-F238E27FC236}">
                <a16:creationId xmlns:a16="http://schemas.microsoft.com/office/drawing/2014/main" id="{6D110D96-E8B9-460E-9534-8371BAF8F46D}"/>
              </a:ext>
            </a:extLst>
          </p:cNvPr>
          <p:cNvSpPr txBox="1"/>
          <p:nvPr/>
        </p:nvSpPr>
        <p:spPr>
          <a:xfrm>
            <a:off x="1085678" y="4028903"/>
            <a:ext cx="6096000" cy="1754326"/>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6A9955"/>
                </a:solidFill>
                <a:effectLst/>
                <a:latin typeface="Consolas" panose="020B0609020204030204" pitchFamily="49" charset="0"/>
              </a:rPr>
              <a:t># </a:t>
            </a:r>
            <a:r>
              <a:rPr lang="en-US" dirty="0">
                <a:solidFill>
                  <a:srgbClr val="6A9955"/>
                </a:solidFill>
                <a:latin typeface="Consolas" panose="020B0609020204030204" pitchFamily="49" charset="0"/>
              </a:rPr>
              <a:t>passing argument name is “name”</a:t>
            </a:r>
            <a:endParaRPr lang="en-US" b="0" dirty="0">
              <a:solidFill>
                <a:srgbClr val="D4D4D4"/>
              </a:solidFill>
              <a:effectLst/>
              <a:latin typeface="Consolas" panose="020B0609020204030204" pitchFamily="49" charset="0"/>
            </a:endParaRPr>
          </a:p>
          <a:p>
            <a:r>
              <a:rPr lang="en-US" b="0" dirty="0">
                <a:solidFill>
                  <a:srgbClr val="569CD6"/>
                </a:solidFill>
                <a:effectLst/>
                <a:latin typeface="Consolas" panose="020B0609020204030204" pitchFamily="49" charset="0"/>
              </a:rPr>
              <a:t>def</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Hello</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"Your name is : "</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6A9955"/>
                </a:solidFill>
                <a:effectLst/>
                <a:latin typeface="Consolas" panose="020B0609020204030204" pitchFamily="49" charset="0"/>
              </a:rPr>
              <a:t># Calling a function with required 1 argument</a:t>
            </a:r>
            <a:endParaRPr lang="en-US" b="0" dirty="0">
              <a:solidFill>
                <a:srgbClr val="D4D4D4"/>
              </a:solidFill>
              <a:effectLst/>
              <a:latin typeface="Consolas" panose="020B0609020204030204" pitchFamily="49" charset="0"/>
            </a:endParaRPr>
          </a:p>
          <a:p>
            <a:r>
              <a:rPr lang="en-US" b="0" dirty="0">
                <a:solidFill>
                  <a:srgbClr val="DCDCAA"/>
                </a:solidFill>
                <a:effectLst/>
                <a:latin typeface="Consolas" panose="020B0609020204030204" pitchFamily="49" charset="0"/>
              </a:rPr>
              <a:t>Hello</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"Babar Ali"</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069663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Number of Arguments</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6</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44623"/>
            <a:ext cx="10699480" cy="1418786"/>
          </a:xfrm>
          <a:prstGeom prst="rect">
            <a:avLst/>
          </a:prstGeom>
          <a:noFill/>
        </p:spPr>
        <p:txBody>
          <a:bodyPr wrap="square" rtlCol="0">
            <a:spAutoFit/>
          </a:bodyPr>
          <a:lstStyle/>
          <a:p>
            <a:pPr algn="just">
              <a:lnSpc>
                <a:spcPct val="150000"/>
              </a:lnSpc>
            </a:pPr>
            <a:r>
              <a:rPr lang="en-US" sz="2000" dirty="0">
                <a:solidFill>
                  <a:schemeClr val="bg2">
                    <a:lumMod val="10000"/>
                  </a:schemeClr>
                </a:solidFill>
              </a:rPr>
              <a:t>A function must be called with the correct number of arguments. Meaning that if your function expects 2 argument, you have to call the function with 2 arguments, not more, and not less exact 2 argument.</a:t>
            </a:r>
          </a:p>
        </p:txBody>
      </p:sp>
      <p:sp>
        <p:nvSpPr>
          <p:cNvPr id="10" name="TextBox 9">
            <a:extLst>
              <a:ext uri="{FF2B5EF4-FFF2-40B4-BE49-F238E27FC236}">
                <a16:creationId xmlns:a16="http://schemas.microsoft.com/office/drawing/2014/main" id="{71CF6138-AA58-4E5F-9203-636D9D0EB376}"/>
              </a:ext>
            </a:extLst>
          </p:cNvPr>
          <p:cNvSpPr txBox="1"/>
          <p:nvPr/>
        </p:nvSpPr>
        <p:spPr>
          <a:xfrm>
            <a:off x="1051063" y="3999588"/>
            <a:ext cx="7774285" cy="1754326"/>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569CD6"/>
                </a:solidFill>
                <a:effectLst/>
                <a:latin typeface="Consolas" panose="020B0609020204030204" pitchFamily="49" charset="0"/>
              </a:rPr>
              <a:t>def</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Personal</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f_name</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l_name</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"First Name : “ </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f_name</a:t>
            </a:r>
            <a:r>
              <a:rPr lang="en-US" b="0" dirty="0">
                <a:solidFill>
                  <a:srgbClr val="9CDCFE"/>
                </a:solidFill>
                <a:effectLst/>
                <a:latin typeface="Consolas" panose="020B0609020204030204" pitchFamily="49" charset="0"/>
              </a:rPr>
              <a:t> </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 Last Name : "</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l_name</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Personal</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"Babar"</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"Ali"</a:t>
            </a:r>
            <a:r>
              <a:rPr lang="en-US" b="0" dirty="0">
                <a:solidFill>
                  <a:srgbClr val="D4D4D4"/>
                </a:solidFill>
                <a:effectLst/>
                <a:latin typeface="Consolas" panose="020B0609020204030204" pitchFamily="49" charset="0"/>
              </a:rPr>
              <a:t>)</a:t>
            </a:r>
          </a:p>
          <a:p>
            <a:endParaRPr lang="en-US" b="0" dirty="0">
              <a:solidFill>
                <a:srgbClr val="D4D4D4"/>
              </a:solidFill>
              <a:effectLst/>
              <a:latin typeface="Consolas" panose="020B0609020204030204" pitchFamily="49" charset="0"/>
            </a:endParaRPr>
          </a:p>
          <a:p>
            <a:r>
              <a:rPr lang="en-US" b="0" dirty="0">
                <a:solidFill>
                  <a:srgbClr val="DCDCAA"/>
                </a:solidFill>
                <a:effectLst/>
                <a:latin typeface="Consolas" panose="020B0609020204030204" pitchFamily="49" charset="0"/>
              </a:rPr>
              <a:t>Personal</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"Kamran"</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"Khan"</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691286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8903447" cy="767686"/>
          </a:xfrm>
        </p:spPr>
        <p:txBody>
          <a:bodyPr>
            <a:normAutofit/>
          </a:bodyPr>
          <a:lstStyle/>
          <a:p>
            <a:r>
              <a:rPr lang="en-US" sz="3600" dirty="0"/>
              <a:t>Arbitrary Arguments, *</a:t>
            </a:r>
            <a:r>
              <a:rPr lang="en-US" sz="3600" dirty="0" err="1"/>
              <a:t>args</a:t>
            </a:r>
            <a:r>
              <a:rPr lang="en-US" sz="3600" dirty="0"/>
              <a:t> or **</a:t>
            </a:r>
            <a:r>
              <a:rPr lang="en-US" sz="3600" dirty="0" err="1"/>
              <a:t>args</a:t>
            </a:r>
            <a:endParaRPr lang="en-US" sz="3600" dirty="0"/>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7</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44623"/>
            <a:ext cx="10531340" cy="188045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v"/>
            </a:pPr>
            <a:r>
              <a:rPr lang="en-US" sz="2000" dirty="0">
                <a:solidFill>
                  <a:schemeClr val="bg2">
                    <a:lumMod val="10000"/>
                  </a:schemeClr>
                </a:solidFill>
              </a:rPr>
              <a:t>If you do not know how many arguments that will be passed into your function, add a * or ** before the parameter name in the function definition.</a:t>
            </a:r>
          </a:p>
          <a:p>
            <a:pPr marL="342900" indent="-342900" algn="just">
              <a:lnSpc>
                <a:spcPct val="150000"/>
              </a:lnSpc>
              <a:buFont typeface="Wingdings" panose="05000000000000000000" pitchFamily="2" charset="2"/>
              <a:buChar char="v"/>
            </a:pPr>
            <a:r>
              <a:rPr lang="en-US" sz="2000" dirty="0">
                <a:solidFill>
                  <a:schemeClr val="bg2">
                    <a:lumMod val="10000"/>
                  </a:schemeClr>
                </a:solidFill>
              </a:rPr>
              <a:t>This way the function will receive a tuple of arguments, and can access the items accordingly:</a:t>
            </a:r>
          </a:p>
        </p:txBody>
      </p:sp>
      <p:sp>
        <p:nvSpPr>
          <p:cNvPr id="9" name="TextBox 8">
            <a:extLst>
              <a:ext uri="{FF2B5EF4-FFF2-40B4-BE49-F238E27FC236}">
                <a16:creationId xmlns:a16="http://schemas.microsoft.com/office/drawing/2014/main" id="{C71C92F3-545A-43A3-A2F9-E86C5C2F0566}"/>
              </a:ext>
            </a:extLst>
          </p:cNvPr>
          <p:cNvSpPr txBox="1"/>
          <p:nvPr/>
        </p:nvSpPr>
        <p:spPr>
          <a:xfrm>
            <a:off x="1376626" y="4456790"/>
            <a:ext cx="7725811" cy="203132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569CD6"/>
                </a:solidFill>
                <a:effectLst/>
                <a:latin typeface="Consolas" panose="020B0609020204030204" pitchFamily="49" charset="0"/>
              </a:rPr>
              <a:t>def</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Personal</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"Your name Is :"</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p>
          <a:p>
            <a:endParaRPr lang="en-US" dirty="0">
              <a:solidFill>
                <a:srgbClr val="D4D4D4"/>
              </a:solidFill>
              <a:latin typeface="Consolas" panose="020B0609020204030204" pitchFamily="49" charset="0"/>
            </a:endParaRPr>
          </a:p>
          <a:p>
            <a:r>
              <a:rPr lang="en-US" b="0" dirty="0">
                <a:solidFill>
                  <a:srgbClr val="569CD6"/>
                </a:solidFill>
                <a:effectLst/>
                <a:latin typeface="Consolas" panose="020B0609020204030204" pitchFamily="49" charset="0"/>
              </a:rPr>
              <a:t>def</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Personal</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"Your name Is :"</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Personal</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"Hello"</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"world"</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"Kitchen"</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"Business"</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892141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Keyword Arguments</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8</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44623"/>
            <a:ext cx="10004866" cy="95712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v"/>
            </a:pPr>
            <a:r>
              <a:rPr lang="en-US" sz="2000" dirty="0">
                <a:solidFill>
                  <a:schemeClr val="bg2">
                    <a:lumMod val="10000"/>
                  </a:schemeClr>
                </a:solidFill>
              </a:rPr>
              <a:t>You can also send arguments with the key = value syntax.</a:t>
            </a:r>
          </a:p>
          <a:p>
            <a:pPr marL="342900" indent="-342900" algn="just">
              <a:lnSpc>
                <a:spcPct val="150000"/>
              </a:lnSpc>
              <a:buFont typeface="Wingdings" panose="05000000000000000000" pitchFamily="2" charset="2"/>
              <a:buChar char="v"/>
            </a:pPr>
            <a:r>
              <a:rPr lang="en-US" sz="2000" dirty="0">
                <a:solidFill>
                  <a:schemeClr val="bg2">
                    <a:lumMod val="10000"/>
                  </a:schemeClr>
                </a:solidFill>
              </a:rPr>
              <a:t>This way the order of the arguments does not matter.</a:t>
            </a:r>
          </a:p>
        </p:txBody>
      </p:sp>
      <p:sp>
        <p:nvSpPr>
          <p:cNvPr id="10" name="TextBox 9">
            <a:extLst>
              <a:ext uri="{FF2B5EF4-FFF2-40B4-BE49-F238E27FC236}">
                <a16:creationId xmlns:a16="http://schemas.microsoft.com/office/drawing/2014/main" id="{26AFA0EE-FCFE-4647-8734-9883067BFC69}"/>
              </a:ext>
            </a:extLst>
          </p:cNvPr>
          <p:cNvSpPr txBox="1"/>
          <p:nvPr/>
        </p:nvSpPr>
        <p:spPr>
          <a:xfrm>
            <a:off x="1379843" y="3724904"/>
            <a:ext cx="10004866" cy="1754326"/>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6A9955"/>
                </a:solidFill>
                <a:effectLst/>
                <a:latin typeface="Consolas" panose="020B0609020204030204" pitchFamily="49" charset="0"/>
              </a:rPr>
              <a:t># Create a Function</a:t>
            </a:r>
            <a:endParaRPr lang="en-US" b="0" dirty="0">
              <a:solidFill>
                <a:srgbClr val="569CD6"/>
              </a:solidFill>
              <a:effectLst/>
              <a:latin typeface="Consolas" panose="020B0609020204030204" pitchFamily="49" charset="0"/>
            </a:endParaRPr>
          </a:p>
          <a:p>
            <a:r>
              <a:rPr lang="en-US" b="0" dirty="0">
                <a:solidFill>
                  <a:srgbClr val="569CD6"/>
                </a:solidFill>
                <a:effectLst/>
                <a:latin typeface="Consolas" panose="020B0609020204030204" pitchFamily="49" charset="0"/>
              </a:rPr>
              <a:t>def</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Personal</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f_name</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l_name</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class_name</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"First Name : "</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f_name</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 Last Name : "</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l_name</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class_name</a:t>
            </a:r>
            <a:r>
              <a:rPr lang="en-US" b="0" dirty="0">
                <a:solidFill>
                  <a:srgbClr val="D4D4D4"/>
                </a:solidFill>
                <a:effectLst/>
                <a:latin typeface="Consolas" panose="020B0609020204030204" pitchFamily="49" charset="0"/>
              </a:rPr>
              <a:t>)</a:t>
            </a:r>
          </a:p>
          <a:p>
            <a:endParaRPr lang="en-US" b="0" dirty="0">
              <a:solidFill>
                <a:srgbClr val="D4D4D4"/>
              </a:solidFill>
              <a:effectLst/>
              <a:latin typeface="Consolas" panose="020B0609020204030204" pitchFamily="49" charset="0"/>
            </a:endParaRPr>
          </a:p>
          <a:p>
            <a:r>
              <a:rPr lang="en-US" b="0" dirty="0">
                <a:solidFill>
                  <a:srgbClr val="6A9955"/>
                </a:solidFill>
                <a:effectLst/>
                <a:latin typeface="Consolas" panose="020B0609020204030204" pitchFamily="49" charset="0"/>
              </a:rPr>
              <a:t># Calling a Function</a:t>
            </a:r>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Personal</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f_name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"Babar"</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class_name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"Master"</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l_name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"Khan"</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169117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Default Parameter Value</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9</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44623"/>
            <a:ext cx="10004866" cy="4954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v"/>
            </a:pPr>
            <a:r>
              <a:rPr lang="en-US" sz="2000" dirty="0">
                <a:solidFill>
                  <a:schemeClr val="bg2">
                    <a:lumMod val="10000"/>
                  </a:schemeClr>
                </a:solidFill>
              </a:rPr>
              <a:t>If we call the function without argument, it uses the default value:</a:t>
            </a:r>
          </a:p>
        </p:txBody>
      </p:sp>
      <p:sp>
        <p:nvSpPr>
          <p:cNvPr id="6" name="TextBox 5">
            <a:extLst>
              <a:ext uri="{FF2B5EF4-FFF2-40B4-BE49-F238E27FC236}">
                <a16:creationId xmlns:a16="http://schemas.microsoft.com/office/drawing/2014/main" id="{F03251AB-EB2A-4558-A4F8-982C39D8ED1F}"/>
              </a:ext>
            </a:extLst>
          </p:cNvPr>
          <p:cNvSpPr txBox="1"/>
          <p:nvPr/>
        </p:nvSpPr>
        <p:spPr>
          <a:xfrm>
            <a:off x="1399310" y="3209974"/>
            <a:ext cx="5929745" cy="2585323"/>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569CD6"/>
                </a:solidFill>
                <a:effectLst/>
                <a:latin typeface="Consolas" panose="020B0609020204030204" pitchFamily="49" charset="0"/>
              </a:rPr>
              <a:t>def</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first_function</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country</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"Pakistan"</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"I am From : "</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country</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endParaRPr lang="en-US" b="0" dirty="0">
              <a:solidFill>
                <a:srgbClr val="D4D4D4"/>
              </a:solidFill>
              <a:effectLst/>
              <a:latin typeface="Consolas" panose="020B0609020204030204" pitchFamily="49" charset="0"/>
            </a:endParaRPr>
          </a:p>
          <a:p>
            <a:r>
              <a:rPr lang="en-US" b="0" dirty="0">
                <a:solidFill>
                  <a:srgbClr val="6A9955"/>
                </a:solidFill>
                <a:effectLst/>
                <a:latin typeface="Consolas" panose="020B0609020204030204" pitchFamily="49" charset="0"/>
              </a:rPr>
              <a:t># Call without argument</a:t>
            </a:r>
            <a:br>
              <a:rPr lang="en-US" b="0" dirty="0">
                <a:solidFill>
                  <a:srgbClr val="D4D4D4"/>
                </a:solidFill>
                <a:effectLst/>
                <a:latin typeface="Consolas" panose="020B0609020204030204" pitchFamily="49" charset="0"/>
              </a:rPr>
            </a:br>
            <a:r>
              <a:rPr lang="en-US" b="0" dirty="0" err="1">
                <a:solidFill>
                  <a:srgbClr val="DCDCAA"/>
                </a:solidFill>
                <a:effectLst/>
                <a:latin typeface="Consolas" panose="020B0609020204030204" pitchFamily="49" charset="0"/>
              </a:rPr>
              <a:t>first_function</a:t>
            </a:r>
            <a:r>
              <a:rPr lang="en-US" b="0" dirty="0">
                <a:solidFill>
                  <a:srgbClr val="D4D4D4"/>
                </a:solidFill>
                <a:effectLst/>
                <a:latin typeface="Consolas" panose="020B0609020204030204" pitchFamily="49" charset="0"/>
              </a:rPr>
              <a:t>()</a:t>
            </a:r>
          </a:p>
          <a:p>
            <a:endParaRPr lang="en-US" b="0" dirty="0">
              <a:solidFill>
                <a:srgbClr val="D4D4D4"/>
              </a:solidFill>
              <a:effectLst/>
              <a:latin typeface="Consolas" panose="020B0609020204030204" pitchFamily="49" charset="0"/>
            </a:endParaRPr>
          </a:p>
          <a:p>
            <a:r>
              <a:rPr lang="en-US" b="0" dirty="0">
                <a:solidFill>
                  <a:srgbClr val="6A9955"/>
                </a:solidFill>
                <a:effectLst/>
                <a:latin typeface="Consolas" panose="020B0609020204030204" pitchFamily="49" charset="0"/>
              </a:rPr>
              <a:t># Call with argument</a:t>
            </a:r>
            <a:br>
              <a:rPr lang="en-US" b="0" dirty="0">
                <a:solidFill>
                  <a:srgbClr val="D4D4D4"/>
                </a:solidFill>
                <a:effectLst/>
                <a:latin typeface="Consolas" panose="020B0609020204030204" pitchFamily="49" charset="0"/>
              </a:rPr>
            </a:br>
            <a:r>
              <a:rPr lang="en-US" b="0" dirty="0" err="1">
                <a:solidFill>
                  <a:srgbClr val="DCDCAA"/>
                </a:solidFill>
                <a:effectLst/>
                <a:latin typeface="Consolas" panose="020B0609020204030204" pitchFamily="49" charset="0"/>
              </a:rPr>
              <a:t>first_function</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"India"</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752892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Return Values</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10</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44623"/>
            <a:ext cx="10004866" cy="4954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v"/>
            </a:pPr>
            <a:r>
              <a:rPr lang="en-US" sz="2000" dirty="0">
                <a:solidFill>
                  <a:schemeClr val="bg2">
                    <a:lumMod val="10000"/>
                  </a:schemeClr>
                </a:solidFill>
              </a:rPr>
              <a:t>To let a function return a value, use the </a:t>
            </a:r>
            <a:r>
              <a:rPr lang="en-US" sz="2000" b="1" dirty="0">
                <a:solidFill>
                  <a:schemeClr val="bg2">
                    <a:lumMod val="10000"/>
                  </a:schemeClr>
                </a:solidFill>
              </a:rPr>
              <a:t>return</a:t>
            </a:r>
            <a:r>
              <a:rPr lang="en-US" sz="2000" dirty="0">
                <a:solidFill>
                  <a:schemeClr val="bg2">
                    <a:lumMod val="10000"/>
                  </a:schemeClr>
                </a:solidFill>
              </a:rPr>
              <a:t> statement.</a:t>
            </a:r>
          </a:p>
        </p:txBody>
      </p:sp>
      <p:sp>
        <p:nvSpPr>
          <p:cNvPr id="9" name="TextBox 8">
            <a:extLst>
              <a:ext uri="{FF2B5EF4-FFF2-40B4-BE49-F238E27FC236}">
                <a16:creationId xmlns:a16="http://schemas.microsoft.com/office/drawing/2014/main" id="{012D924C-92EB-4827-8AC5-39A77FF6E077}"/>
              </a:ext>
            </a:extLst>
          </p:cNvPr>
          <p:cNvSpPr txBox="1"/>
          <p:nvPr/>
        </p:nvSpPr>
        <p:spPr>
          <a:xfrm>
            <a:off x="1385454" y="3168409"/>
            <a:ext cx="6096000" cy="2031325"/>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569CD6"/>
                </a:solidFill>
                <a:effectLst/>
                <a:latin typeface="Consolas" panose="020B0609020204030204" pitchFamily="49" charset="0"/>
              </a:rPr>
              <a:t>def</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Hello</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a</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add</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a</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b</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add</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9CDCFE"/>
                </a:solidFill>
                <a:effectLst/>
                <a:latin typeface="Consolas" panose="020B0609020204030204" pitchFamily="49" charset="0"/>
              </a:rPr>
              <a:t>result</a:t>
            </a:r>
            <a:r>
              <a:rPr lang="en-US" b="0" dirty="0">
                <a:solidFill>
                  <a:srgbClr val="D4D4D4"/>
                </a:solidFill>
                <a:effectLst/>
                <a:latin typeface="Consolas" panose="020B0609020204030204" pitchFamily="49" charset="0"/>
              </a:rPr>
              <a:t> = </a:t>
            </a:r>
            <a:r>
              <a:rPr lang="en-US" b="0" dirty="0">
                <a:solidFill>
                  <a:srgbClr val="DCDCAA"/>
                </a:solidFill>
                <a:effectLst/>
                <a:latin typeface="Consolas" panose="020B0609020204030204" pitchFamily="49" charset="0"/>
              </a:rPr>
              <a:t>Hello</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30</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59</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result</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677357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Pass Statement</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11</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1154953" y="2358478"/>
            <a:ext cx="9727776" cy="1418786"/>
          </a:xfrm>
          <a:prstGeom prst="rect">
            <a:avLst/>
          </a:prstGeom>
          <a:noFill/>
        </p:spPr>
        <p:txBody>
          <a:bodyPr wrap="square" rtlCol="0">
            <a:spAutoFit/>
          </a:bodyPr>
          <a:lstStyle/>
          <a:p>
            <a:pPr algn="just">
              <a:lnSpc>
                <a:spcPct val="150000"/>
              </a:lnSpc>
            </a:pPr>
            <a:r>
              <a:rPr lang="en-US" sz="2000" b="1" dirty="0">
                <a:solidFill>
                  <a:schemeClr val="bg2">
                    <a:lumMod val="10000"/>
                  </a:schemeClr>
                </a:solidFill>
              </a:rPr>
              <a:t>Function</a:t>
            </a:r>
            <a:r>
              <a:rPr lang="en-US" sz="2000" dirty="0">
                <a:solidFill>
                  <a:schemeClr val="bg2">
                    <a:lumMod val="10000"/>
                  </a:schemeClr>
                </a:solidFill>
              </a:rPr>
              <a:t> definition cannot be empty, but if you for some reason have a </a:t>
            </a:r>
            <a:r>
              <a:rPr lang="en-US" sz="2000" b="1" dirty="0">
                <a:solidFill>
                  <a:schemeClr val="bg2">
                    <a:lumMod val="10000"/>
                  </a:schemeClr>
                </a:solidFill>
              </a:rPr>
              <a:t>function</a:t>
            </a:r>
            <a:r>
              <a:rPr lang="en-US" sz="2000" dirty="0">
                <a:solidFill>
                  <a:schemeClr val="bg2">
                    <a:lumMod val="10000"/>
                  </a:schemeClr>
                </a:solidFill>
              </a:rPr>
              <a:t> definition with no content, put in the </a:t>
            </a:r>
            <a:r>
              <a:rPr lang="en-US" sz="2000" b="1" dirty="0">
                <a:solidFill>
                  <a:schemeClr val="bg2">
                    <a:lumMod val="10000"/>
                  </a:schemeClr>
                </a:solidFill>
              </a:rPr>
              <a:t>pass</a:t>
            </a:r>
            <a:r>
              <a:rPr lang="en-US" sz="2000" dirty="0">
                <a:solidFill>
                  <a:schemeClr val="bg2">
                    <a:lumMod val="10000"/>
                  </a:schemeClr>
                </a:solidFill>
              </a:rPr>
              <a:t> statement to avoid getting an error.</a:t>
            </a:r>
          </a:p>
        </p:txBody>
      </p:sp>
      <p:sp>
        <p:nvSpPr>
          <p:cNvPr id="10" name="TextBox 9">
            <a:extLst>
              <a:ext uri="{FF2B5EF4-FFF2-40B4-BE49-F238E27FC236}">
                <a16:creationId xmlns:a16="http://schemas.microsoft.com/office/drawing/2014/main" id="{FA268A67-174F-4B80-A80E-5B89A828FC6B}"/>
              </a:ext>
            </a:extLst>
          </p:cNvPr>
          <p:cNvSpPr txBox="1"/>
          <p:nvPr/>
        </p:nvSpPr>
        <p:spPr>
          <a:xfrm>
            <a:off x="1265792" y="4056663"/>
            <a:ext cx="6096000" cy="1754326"/>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6A9955"/>
                </a:solidFill>
                <a:effectLst/>
                <a:latin typeface="Consolas" panose="020B0609020204030204" pitchFamily="49" charset="0"/>
              </a:rPr>
              <a:t># create a function with no contents</a:t>
            </a:r>
            <a:endParaRPr lang="en-US" b="0" dirty="0">
              <a:solidFill>
                <a:srgbClr val="D4D4D4"/>
              </a:solidFill>
              <a:effectLst/>
              <a:latin typeface="Consolas" panose="020B0609020204030204" pitchFamily="49" charset="0"/>
            </a:endParaRPr>
          </a:p>
          <a:p>
            <a:r>
              <a:rPr lang="en-US" b="0" dirty="0">
                <a:solidFill>
                  <a:srgbClr val="6A9955"/>
                </a:solidFill>
                <a:effectLst/>
                <a:latin typeface="Consolas" panose="020B0609020204030204" pitchFamily="49" charset="0"/>
              </a:rPr>
              <a:t># by using a pass statement</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569CD6"/>
                </a:solidFill>
                <a:effectLst/>
                <a:latin typeface="Consolas" panose="020B0609020204030204" pitchFamily="49" charset="0"/>
              </a:rPr>
              <a:t>def</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Hello</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pass</a:t>
            </a:r>
            <a:endParaRPr lang="en-US" b="0" dirty="0">
              <a:solidFill>
                <a:srgbClr val="D4D4D4"/>
              </a:solidFill>
              <a:effectLst/>
              <a:latin typeface="Consolas" panose="020B0609020204030204" pitchFamily="49" charset="0"/>
            </a:endParaRPr>
          </a:p>
          <a:p>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746865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Wha</a:t>
            </a:r>
            <a:r>
              <a:rPr lang="en-US" dirty="0"/>
              <a:t>t is Recursion?</a:t>
            </a:r>
            <a:endParaRPr lang="en-US" sz="3600" dirty="0"/>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12</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1154953" y="2358478"/>
            <a:ext cx="9727776" cy="495457"/>
          </a:xfrm>
          <a:prstGeom prst="rect">
            <a:avLst/>
          </a:prstGeom>
          <a:noFill/>
        </p:spPr>
        <p:txBody>
          <a:bodyPr wrap="square" rtlCol="0">
            <a:spAutoFit/>
          </a:bodyPr>
          <a:lstStyle/>
          <a:p>
            <a:pPr algn="just">
              <a:lnSpc>
                <a:spcPct val="150000"/>
              </a:lnSpc>
            </a:pPr>
            <a:r>
              <a:rPr lang="en-US" sz="2000" dirty="0">
                <a:solidFill>
                  <a:schemeClr val="bg2">
                    <a:lumMod val="10000"/>
                  </a:schemeClr>
                </a:solidFill>
              </a:rPr>
              <a:t>What is recursion ?</a:t>
            </a:r>
          </a:p>
        </p:txBody>
      </p:sp>
    </p:spTree>
    <p:extLst>
      <p:ext uri="{BB962C8B-B14F-4D97-AF65-F5344CB8AC3E}">
        <p14:creationId xmlns:p14="http://schemas.microsoft.com/office/powerpoint/2010/main" val="2490507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2DE0D62-AAD7-4D50-AD06-F7CC05D96117}"/>
              </a:ext>
            </a:extLst>
          </p:cNvPr>
          <p:cNvSpPr>
            <a:spLocks noGrp="1"/>
          </p:cNvSpPr>
          <p:nvPr>
            <p:ph type="ctrTitle"/>
          </p:nvPr>
        </p:nvSpPr>
        <p:spPr>
          <a:xfrm>
            <a:off x="1762912" y="2862483"/>
            <a:ext cx="8666175" cy="1133033"/>
          </a:xfrm>
        </p:spPr>
        <p:txBody>
          <a:bodyPr/>
          <a:lstStyle/>
          <a:p>
            <a:pPr algn="ctr"/>
            <a:r>
              <a:rPr lang="en-US" sz="7200" dirty="0"/>
              <a:t>Thanks for Reading</a:t>
            </a:r>
          </a:p>
        </p:txBody>
      </p:sp>
      <p:sp>
        <p:nvSpPr>
          <p:cNvPr id="2" name="Slide Number Placeholder 1">
            <a:extLst>
              <a:ext uri="{FF2B5EF4-FFF2-40B4-BE49-F238E27FC236}">
                <a16:creationId xmlns:a16="http://schemas.microsoft.com/office/drawing/2014/main" id="{DE991412-8677-443B-AE2D-B256FF39888A}"/>
              </a:ext>
            </a:extLst>
          </p:cNvPr>
          <p:cNvSpPr>
            <a:spLocks noGrp="1"/>
          </p:cNvSpPr>
          <p:nvPr>
            <p:ph type="sldNum" sz="quarter" idx="12"/>
          </p:nvPr>
        </p:nvSpPr>
        <p:spPr/>
        <p:txBody>
          <a:bodyPr/>
          <a:lstStyle/>
          <a:p>
            <a:fld id="{0D6F892B-1791-4F93-8AFD-83813F10F54D}" type="slidenum">
              <a:rPr lang="en-US" smtClean="0"/>
              <a:t>13</a:t>
            </a:fld>
            <a:endParaRPr lang="en-US" dirty="0"/>
          </a:p>
        </p:txBody>
      </p:sp>
    </p:spTree>
    <p:extLst>
      <p:ext uri="{BB962C8B-B14F-4D97-AF65-F5344CB8AC3E}">
        <p14:creationId xmlns:p14="http://schemas.microsoft.com/office/powerpoint/2010/main" val="23344601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1434</TotalTime>
  <Words>734</Words>
  <Application>Microsoft Office PowerPoint</Application>
  <PresentationFormat>Widescreen</PresentationFormat>
  <Paragraphs>94</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Arial Rounded MT Bold</vt:lpstr>
      <vt:lpstr>Calibri</vt:lpstr>
      <vt:lpstr>Century Gothic</vt:lpstr>
      <vt:lpstr>Consolas</vt:lpstr>
      <vt:lpstr>Wingdings</vt:lpstr>
      <vt:lpstr>Wingdings 3</vt:lpstr>
      <vt:lpstr>Ion Boardroom</vt:lpstr>
      <vt:lpstr>Part 11  What is Function in Python</vt:lpstr>
      <vt:lpstr>What is function? What is built-in function</vt:lpstr>
      <vt:lpstr>What is function?</vt:lpstr>
      <vt:lpstr>Create and Calling a Function without argument</vt:lpstr>
      <vt:lpstr>Function with Argument</vt:lpstr>
      <vt:lpstr>Number of Arguments</vt:lpstr>
      <vt:lpstr>Arbitrary Arguments, *args or **args</vt:lpstr>
      <vt:lpstr>Keyword Arguments</vt:lpstr>
      <vt:lpstr>Default Parameter Value</vt:lpstr>
      <vt:lpstr>Return Values</vt:lpstr>
      <vt:lpstr>Pass Statement</vt:lpstr>
      <vt:lpstr>What is Recursion?</vt:lpstr>
      <vt:lpstr>Thanks for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Babar Ali</dc:creator>
  <cp:lastModifiedBy>Babar Ali</cp:lastModifiedBy>
  <cp:revision>1039</cp:revision>
  <dcterms:created xsi:type="dcterms:W3CDTF">2021-12-18T06:39:36Z</dcterms:created>
  <dcterms:modified xsi:type="dcterms:W3CDTF">2022-01-18T05:11:08Z</dcterms:modified>
</cp:coreProperties>
</file>