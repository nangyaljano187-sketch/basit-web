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7AA2-C240-46A2-936B-74D08DECA3A7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259B-3E87-49A4-A321-BEF1BD20C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2A9FCE2-0C30-425B-BD34-65F77162D4A6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E443-C17D-4310-A66C-8D41202C3877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8F0-158D-4C7A-9C2F-0DBD8A353A5A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294F-D308-4C16-BAC1-7A44E6F06E76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1214-69C5-49F8-A264-1AF2D079D60F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F02D-F370-4394-8C74-0D51DD8D5673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A645-686C-46D7-9A38-B0ED3D5C0FFE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ECDB-27FF-408E-967E-2FF555BB7191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44ED-5725-4050-94BC-CEBBF5F15283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9F2C-D40C-4776-A30F-DAD692012614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E1AC-20E8-47BB-963B-32490DB75DF5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25AC-5F1C-4018-ABA4-E7AC17AAC6A3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00F7-1B31-4E64-A77D-FDAA1B62FFAC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D4620-801E-46F1-9983-AFE60CF14DA0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3EA-3392-4F08-958C-C87303863311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F8113F-4240-4B8B-90F6-D8BD8BDB6287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A0F2C2-DD47-4C57-8D93-BCE77E07E1FB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A210D0-3BBA-41B4-A219-A06473CEBDA9}" type="datetime1">
              <a:rPr lang="en-US" smtClean="0"/>
              <a:t>2/7/2022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>
                <a:latin typeface="Arial Rounded MT Bold" panose="020F0704030504030204" pitchFamily="34" charset="0"/>
              </a:rPr>
              <a:t>Part 8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Introduction to Python Dictionary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9BE65-88D1-4524-9E14-2B34145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211966" y="2308734"/>
            <a:ext cx="9233286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Dictionaries are used to store data values in key: value pairs.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dictionary is a collection which is ordered*, changeable and does not allow duplicates.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Dictionaries are written with curly brackets, and have keys and values: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902367" cy="706964"/>
          </a:xfrm>
        </p:spPr>
        <p:txBody>
          <a:bodyPr/>
          <a:lstStyle/>
          <a:p>
            <a:r>
              <a:rPr lang="en-US" dirty="0"/>
              <a:t>What is Dictionary in Python?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E4503-AEB0-47CC-9D5F-A8C5F29141AB}"/>
              </a:ext>
            </a:extLst>
          </p:cNvPr>
          <p:cNvSpPr/>
          <p:nvPr/>
        </p:nvSpPr>
        <p:spPr>
          <a:xfrm>
            <a:off x="7092191" y="4777531"/>
            <a:ext cx="3019219" cy="15329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4B0F1-5069-4D3F-8D23-32602190BF16}"/>
              </a:ext>
            </a:extLst>
          </p:cNvPr>
          <p:cNvSpPr/>
          <p:nvPr/>
        </p:nvSpPr>
        <p:spPr>
          <a:xfrm>
            <a:off x="7233209" y="4874590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91435-4966-4B9A-9B73-4A6C041B04D7}"/>
              </a:ext>
            </a:extLst>
          </p:cNvPr>
          <p:cNvSpPr/>
          <p:nvPr/>
        </p:nvSpPr>
        <p:spPr>
          <a:xfrm>
            <a:off x="7233209" y="5341827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DBBDB-98E3-48D3-97D1-0E538CCDE5A8}"/>
              </a:ext>
            </a:extLst>
          </p:cNvPr>
          <p:cNvSpPr/>
          <p:nvPr/>
        </p:nvSpPr>
        <p:spPr>
          <a:xfrm>
            <a:off x="7233209" y="5832707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F8711ABE-68EF-42C5-9DE5-6590897EF60E}"/>
              </a:ext>
            </a:extLst>
          </p:cNvPr>
          <p:cNvSpPr txBox="1">
            <a:spLocks/>
          </p:cNvSpPr>
          <p:nvPr/>
        </p:nvSpPr>
        <p:spPr bwMode="gray">
          <a:xfrm>
            <a:off x="1367457" y="2080493"/>
            <a:ext cx="5610896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3E3364-AF87-4CE9-A262-6C48D3B3869D}"/>
              </a:ext>
            </a:extLst>
          </p:cNvPr>
          <p:cNvSpPr txBox="1"/>
          <p:nvPr/>
        </p:nvSpPr>
        <p:spPr>
          <a:xfrm>
            <a:off x="1660060" y="4314502"/>
            <a:ext cx="3746826" cy="23083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	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	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2F508C-715A-47C5-95BB-8B2C9E49D09F}"/>
              </a:ext>
            </a:extLst>
          </p:cNvPr>
          <p:cNvSpPr/>
          <p:nvPr/>
        </p:nvSpPr>
        <p:spPr>
          <a:xfrm>
            <a:off x="8732415" y="5341827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58619A-CF08-4401-B707-A6A3C86951A4}"/>
              </a:ext>
            </a:extLst>
          </p:cNvPr>
          <p:cNvSpPr/>
          <p:nvPr/>
        </p:nvSpPr>
        <p:spPr>
          <a:xfrm>
            <a:off x="8732415" y="5832707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2360FC-87D3-45ED-A5C7-A60E343A5070}"/>
              </a:ext>
            </a:extLst>
          </p:cNvPr>
          <p:cNvSpPr/>
          <p:nvPr/>
        </p:nvSpPr>
        <p:spPr>
          <a:xfrm>
            <a:off x="8732415" y="4879712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Honda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73E5D4-357E-49CA-ABA6-061902F9632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586330" y="5056893"/>
            <a:ext cx="646879" cy="47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47521F-4FA9-4C6A-89FB-A86D4BEFD801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586330" y="5524130"/>
            <a:ext cx="6468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DBCFAC-B102-4788-9A0B-7AA8B465A5C1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586330" y="5512309"/>
            <a:ext cx="646879" cy="50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ACDAE20-85C7-4296-9B9A-4D4457E3FD64}"/>
              </a:ext>
            </a:extLst>
          </p:cNvPr>
          <p:cNvSpPr txBox="1"/>
          <p:nvPr/>
        </p:nvSpPr>
        <p:spPr>
          <a:xfrm>
            <a:off x="5949621" y="5263066"/>
            <a:ext cx="835495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Keys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46648C-E311-4D55-8061-0BB183204460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951615" y="5062015"/>
            <a:ext cx="665656" cy="473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ED009E3-8F4F-4DA1-AA4B-90BD2A37A6C0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951615" y="5524130"/>
            <a:ext cx="665656" cy="11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1B4F4B5-F013-430A-B29C-2E86548929A9}"/>
              </a:ext>
            </a:extLst>
          </p:cNvPr>
          <p:cNvCxnSpPr>
            <a:cxnSpLocks/>
          </p:cNvCxnSpPr>
          <p:nvPr/>
        </p:nvCxnSpPr>
        <p:spPr>
          <a:xfrm flipV="1">
            <a:off x="9951615" y="5512309"/>
            <a:ext cx="665656" cy="50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9660CB1-347E-4F0B-B52B-543206F4D684}"/>
              </a:ext>
            </a:extLst>
          </p:cNvPr>
          <p:cNvSpPr txBox="1"/>
          <p:nvPr/>
        </p:nvSpPr>
        <p:spPr>
          <a:xfrm>
            <a:off x="10615326" y="5263066"/>
            <a:ext cx="995290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Values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FC6567-6384-4D16-A5C1-38F12A786621}"/>
              </a:ext>
            </a:extLst>
          </p:cNvPr>
          <p:cNvSpPr txBox="1"/>
          <p:nvPr/>
        </p:nvSpPr>
        <p:spPr>
          <a:xfrm>
            <a:off x="8184052" y="4306190"/>
            <a:ext cx="835495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Car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3" y="1990686"/>
            <a:ext cx="10273329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/>
              <a:t>Order 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When we say that dictionaries are ordered, it means that the items have a defined order, and that order will not change.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902367" cy="706964"/>
          </a:xfrm>
        </p:spPr>
        <p:txBody>
          <a:bodyPr/>
          <a:lstStyle/>
          <a:p>
            <a:r>
              <a:rPr lang="en-US" dirty="0"/>
              <a:t>Order, Unorder, Changeable</a:t>
            </a:r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F8711ABE-68EF-42C5-9DE5-6590897EF60E}"/>
              </a:ext>
            </a:extLst>
          </p:cNvPr>
          <p:cNvSpPr txBox="1">
            <a:spLocks/>
          </p:cNvSpPr>
          <p:nvPr/>
        </p:nvSpPr>
        <p:spPr bwMode="gray">
          <a:xfrm>
            <a:off x="1367457" y="2080493"/>
            <a:ext cx="5610896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B3EA2B-486F-4ACC-B294-78E87A662CA6}"/>
              </a:ext>
            </a:extLst>
          </p:cNvPr>
          <p:cNvSpPr txBox="1"/>
          <p:nvPr/>
        </p:nvSpPr>
        <p:spPr>
          <a:xfrm>
            <a:off x="1154954" y="3584274"/>
            <a:ext cx="10364375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/>
              <a:t>Unorder :</a:t>
            </a:r>
          </a:p>
          <a:p>
            <a:pPr algn="l">
              <a:lnSpc>
                <a:spcPct val="150000"/>
              </a:lnSpc>
            </a:pPr>
            <a:r>
              <a:rPr lang="en-US" sz="2000" dirty="0"/>
              <a:t>Unordered means that the items does not have a defined order, you cannot refer to an item by using an index.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D3A6A-A4E4-4C1B-AE76-2A8B4267022F}"/>
              </a:ext>
            </a:extLst>
          </p:cNvPr>
          <p:cNvSpPr txBox="1"/>
          <p:nvPr/>
        </p:nvSpPr>
        <p:spPr>
          <a:xfrm>
            <a:off x="1154953" y="5177862"/>
            <a:ext cx="10364376" cy="151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Changeable 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Dictionaries are changeable, meaning that we can change, add or remove items after the dictionary has been created.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0B3AA-B096-40D9-8548-FD86630C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2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1027332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Get </a:t>
            </a:r>
            <a:r>
              <a:rPr lang="en-US" sz="2000"/>
              <a:t>function is </a:t>
            </a:r>
            <a:r>
              <a:rPr lang="en-US" sz="2000" dirty="0"/>
              <a:t>used to get the value of a dictionary.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902367" cy="706964"/>
          </a:xfrm>
        </p:spPr>
        <p:txBody>
          <a:bodyPr/>
          <a:lstStyle/>
          <a:p>
            <a:r>
              <a:rPr lang="en-US" dirty="0"/>
              <a:t>Get() Function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A08C4-3C25-49AD-9A20-1DA5EFE33B99}"/>
              </a:ext>
            </a:extLst>
          </p:cNvPr>
          <p:cNvSpPr txBox="1"/>
          <p:nvPr/>
        </p:nvSpPr>
        <p:spPr>
          <a:xfrm>
            <a:off x="1260971" y="3083240"/>
            <a:ext cx="7379445" cy="1477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"brand"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6FA92-4DC4-4BA3-8E51-381D9639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2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297837"/>
            <a:ext cx="1027332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Get the Keys of dictionary using keys() function.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902367" cy="706964"/>
          </a:xfrm>
        </p:spPr>
        <p:txBody>
          <a:bodyPr/>
          <a:lstStyle/>
          <a:p>
            <a:r>
              <a:rPr lang="en-US" dirty="0"/>
              <a:t>Keys()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DB95C-2A1B-4568-939D-5DEF3E8EECB4}"/>
              </a:ext>
            </a:extLst>
          </p:cNvPr>
          <p:cNvSpPr txBox="1"/>
          <p:nvPr/>
        </p:nvSpPr>
        <p:spPr>
          <a:xfrm>
            <a:off x="1274616" y="3000110"/>
            <a:ext cx="7620001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the Keys.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F0CA2-0720-4415-8FAE-9EC8DA81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601F7D-EEC2-41DA-85B7-557FD2121E5B}"/>
              </a:ext>
            </a:extLst>
          </p:cNvPr>
          <p:cNvSpPr/>
          <p:nvPr/>
        </p:nvSpPr>
        <p:spPr>
          <a:xfrm>
            <a:off x="3199063" y="5117865"/>
            <a:ext cx="3019219" cy="15329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A5DC1D-9B98-4CB5-856D-97AC0D2771BE}"/>
              </a:ext>
            </a:extLst>
          </p:cNvPr>
          <p:cNvSpPr/>
          <p:nvPr/>
        </p:nvSpPr>
        <p:spPr>
          <a:xfrm>
            <a:off x="3340081" y="5214924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D8548-B01E-4952-846B-B8148F70A3EB}"/>
              </a:ext>
            </a:extLst>
          </p:cNvPr>
          <p:cNvSpPr/>
          <p:nvPr/>
        </p:nvSpPr>
        <p:spPr>
          <a:xfrm>
            <a:off x="3340081" y="5682161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C64B7-99C1-4CA5-A70F-28DEAB436B59}"/>
              </a:ext>
            </a:extLst>
          </p:cNvPr>
          <p:cNvSpPr/>
          <p:nvPr/>
        </p:nvSpPr>
        <p:spPr>
          <a:xfrm>
            <a:off x="3340081" y="6173041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4976AF-1FE9-4847-A567-B29E087801EE}"/>
              </a:ext>
            </a:extLst>
          </p:cNvPr>
          <p:cNvSpPr/>
          <p:nvPr/>
        </p:nvSpPr>
        <p:spPr>
          <a:xfrm>
            <a:off x="4839287" y="5682161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847A5A-F5F0-4CE2-8360-4C75271B8855}"/>
              </a:ext>
            </a:extLst>
          </p:cNvPr>
          <p:cNvSpPr/>
          <p:nvPr/>
        </p:nvSpPr>
        <p:spPr>
          <a:xfrm>
            <a:off x="4839287" y="6173041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CC24BD-75EC-4726-9AB0-422AA812885E}"/>
              </a:ext>
            </a:extLst>
          </p:cNvPr>
          <p:cNvSpPr/>
          <p:nvPr/>
        </p:nvSpPr>
        <p:spPr>
          <a:xfrm>
            <a:off x="4839287" y="5220046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Honda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2F84EE-DDD6-45A5-ABC6-C73073C905B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693202" y="5397227"/>
            <a:ext cx="646879" cy="47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EC2055-67D5-4735-9B7B-3A5B9DA35638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693202" y="5864464"/>
            <a:ext cx="6468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72F23D-2ADD-49AC-9F13-08800A938FEC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693202" y="5852643"/>
            <a:ext cx="646879" cy="50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7828DE-1DDE-4151-B0D6-3DDF2C5963DF}"/>
              </a:ext>
            </a:extLst>
          </p:cNvPr>
          <p:cNvSpPr txBox="1"/>
          <p:nvPr/>
        </p:nvSpPr>
        <p:spPr>
          <a:xfrm>
            <a:off x="2056493" y="5603400"/>
            <a:ext cx="835495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Keys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129828-53E6-461A-B0AF-7C499FC92608}"/>
              </a:ext>
            </a:extLst>
          </p:cNvPr>
          <p:cNvSpPr txBox="1"/>
          <p:nvPr/>
        </p:nvSpPr>
        <p:spPr>
          <a:xfrm>
            <a:off x="4290924" y="4646524"/>
            <a:ext cx="835495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192993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242420"/>
            <a:ext cx="1027332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Get the Values of dictionary using values() function.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902367" cy="706964"/>
          </a:xfrm>
        </p:spPr>
        <p:txBody>
          <a:bodyPr/>
          <a:lstStyle/>
          <a:p>
            <a:r>
              <a:rPr lang="en-US" dirty="0"/>
              <a:t>Values()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5F470-5216-449D-A605-6944C075D11E}"/>
              </a:ext>
            </a:extLst>
          </p:cNvPr>
          <p:cNvSpPr txBox="1"/>
          <p:nvPr/>
        </p:nvSpPr>
        <p:spPr>
          <a:xfrm>
            <a:off x="1274616" y="2946824"/>
            <a:ext cx="719051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the Keys.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3237B-776E-4857-AF34-9A606F25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6CB60-4B64-40E5-9E8E-6CBF003D2673}"/>
              </a:ext>
            </a:extLst>
          </p:cNvPr>
          <p:cNvSpPr/>
          <p:nvPr/>
        </p:nvSpPr>
        <p:spPr>
          <a:xfrm>
            <a:off x="3434591" y="5159484"/>
            <a:ext cx="3019219" cy="15329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F66AD8-12EA-4693-A554-6F538A7B6204}"/>
              </a:ext>
            </a:extLst>
          </p:cNvPr>
          <p:cNvSpPr/>
          <p:nvPr/>
        </p:nvSpPr>
        <p:spPr>
          <a:xfrm>
            <a:off x="3575609" y="5256543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FC08C-E06D-4693-872A-48EC9A77FEBE}"/>
              </a:ext>
            </a:extLst>
          </p:cNvPr>
          <p:cNvSpPr/>
          <p:nvPr/>
        </p:nvSpPr>
        <p:spPr>
          <a:xfrm>
            <a:off x="3575609" y="5723780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7B528-74B9-42CE-A70F-B7013A1D6D27}"/>
              </a:ext>
            </a:extLst>
          </p:cNvPr>
          <p:cNvSpPr/>
          <p:nvPr/>
        </p:nvSpPr>
        <p:spPr>
          <a:xfrm>
            <a:off x="3575609" y="6214660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44468-48F4-43C3-973B-93F56F6749AE}"/>
              </a:ext>
            </a:extLst>
          </p:cNvPr>
          <p:cNvSpPr/>
          <p:nvPr/>
        </p:nvSpPr>
        <p:spPr>
          <a:xfrm>
            <a:off x="5074815" y="5723780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CCE10-13C3-4D9D-88AE-47176B3FF144}"/>
              </a:ext>
            </a:extLst>
          </p:cNvPr>
          <p:cNvSpPr/>
          <p:nvPr/>
        </p:nvSpPr>
        <p:spPr>
          <a:xfrm>
            <a:off x="5074815" y="6214660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B566A-7CF1-40E3-B6F6-4CFDF5DCB1E4}"/>
              </a:ext>
            </a:extLst>
          </p:cNvPr>
          <p:cNvSpPr/>
          <p:nvPr/>
        </p:nvSpPr>
        <p:spPr>
          <a:xfrm>
            <a:off x="5074815" y="5261665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Honda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9C66F8-84B8-4985-A417-19D7B43403FF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294015" y="5443968"/>
            <a:ext cx="665656" cy="473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5EA44F-1512-4271-ADD2-398F4ACC2B8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294015" y="5906083"/>
            <a:ext cx="665656" cy="11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221AE3-5AD9-4261-AE77-49667A207831}"/>
              </a:ext>
            </a:extLst>
          </p:cNvPr>
          <p:cNvCxnSpPr>
            <a:cxnSpLocks/>
          </p:cNvCxnSpPr>
          <p:nvPr/>
        </p:nvCxnSpPr>
        <p:spPr>
          <a:xfrm flipV="1">
            <a:off x="6294015" y="5894262"/>
            <a:ext cx="665656" cy="50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39F2E82-DE3F-43BB-A52A-7BEA1C84D9A8}"/>
              </a:ext>
            </a:extLst>
          </p:cNvPr>
          <p:cNvSpPr txBox="1"/>
          <p:nvPr/>
        </p:nvSpPr>
        <p:spPr>
          <a:xfrm>
            <a:off x="6957726" y="5645019"/>
            <a:ext cx="995290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Values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69B32F-4B4B-42A2-9834-C08EAE5210EC}"/>
              </a:ext>
            </a:extLst>
          </p:cNvPr>
          <p:cNvSpPr txBox="1"/>
          <p:nvPr/>
        </p:nvSpPr>
        <p:spPr>
          <a:xfrm>
            <a:off x="4526452" y="4688143"/>
            <a:ext cx="835495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/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259252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699151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Get the Items in dictionary.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3527882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600" dirty="0"/>
              <a:t>Get the Items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B546C-C9A8-4DDD-97EF-FB675655564B}"/>
              </a:ext>
            </a:extLst>
          </p:cNvPr>
          <p:cNvSpPr txBox="1"/>
          <p:nvPr/>
        </p:nvSpPr>
        <p:spPr>
          <a:xfrm>
            <a:off x="1260762" y="3112991"/>
            <a:ext cx="7329055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Single Item in a dictionary.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all Items in a dictionary.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FAE74-8677-461A-8FBB-5F6F1042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40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6991519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Add New item in a dictionary.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356681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600" dirty="0"/>
              <a:t>Add Item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A7C19-3626-4E0A-8911-6432EF9B77FE}"/>
              </a:ext>
            </a:extLst>
          </p:cNvPr>
          <p:cNvSpPr txBox="1"/>
          <p:nvPr/>
        </p:nvSpPr>
        <p:spPr>
          <a:xfrm>
            <a:off x="1260763" y="3099183"/>
            <a:ext cx="8562109" cy="23083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New Item in Dictionary.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'12/3/1998’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model_expire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'1-3-2050'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F2D43-3E52-459F-B27A-5BFD1775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61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8176287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 err="1"/>
              <a:t>Popitem</a:t>
            </a:r>
            <a:r>
              <a:rPr lang="en-US" sz="2000" dirty="0"/>
              <a:t>() function is used to remove the last item in a dictionary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356681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600" dirty="0" err="1"/>
              <a:t>PopItem</a:t>
            </a:r>
            <a:r>
              <a:rPr lang="en-US" sz="3600" dirty="0"/>
              <a:t>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796DC-7288-46A8-A405-27081D8CCF5B}"/>
              </a:ext>
            </a:extLst>
          </p:cNvPr>
          <p:cNvSpPr txBox="1"/>
          <p:nvPr/>
        </p:nvSpPr>
        <p:spPr>
          <a:xfrm>
            <a:off x="1251940" y="3126891"/>
            <a:ext cx="7393298" cy="20313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the last item in a list.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popitem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EEEFA-CA5F-4F99-98AD-1572C11B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79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966544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Pop function is also remove the item in a dictionary using by key name.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84936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600" dirty="0"/>
              <a:t>Pop() Function using name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BA874-F1FC-4653-AE4D-86911A733F66}"/>
              </a:ext>
            </a:extLst>
          </p:cNvPr>
          <p:cNvSpPr txBox="1"/>
          <p:nvPr/>
        </p:nvSpPr>
        <p:spPr>
          <a:xfrm>
            <a:off x="1263277" y="3095081"/>
            <a:ext cx="7395813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the item using by key.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7FF7-F288-469B-9C5B-87B38592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879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966544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You can also remove the dictionary item using by del() method.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84936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600" dirty="0"/>
              <a:t>Del() Method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2F634-66D9-44A8-A031-AE1F59E79C61}"/>
              </a:ext>
            </a:extLst>
          </p:cNvPr>
          <p:cNvSpPr txBox="1"/>
          <p:nvPr/>
        </p:nvSpPr>
        <p:spPr>
          <a:xfrm>
            <a:off x="1293637" y="3132124"/>
            <a:ext cx="7488306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using del() method.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FD2BC-86A2-42B5-9792-5C66D775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0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154954" y="2380967"/>
            <a:ext cx="966544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In clear() method is used to empty the dictionary.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825263" cy="7069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dirty="0"/>
              <a:t>Clear</a:t>
            </a:r>
            <a:r>
              <a:rPr lang="en-US" sz="3600" dirty="0"/>
              <a:t>() Method in dictionary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E0439-8A73-4A74-BEEB-3D22597EA65B}"/>
              </a:ext>
            </a:extLst>
          </p:cNvPr>
          <p:cNvSpPr txBox="1"/>
          <p:nvPr/>
        </p:nvSpPr>
        <p:spPr>
          <a:xfrm>
            <a:off x="1246907" y="3108934"/>
            <a:ext cx="7827819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'brand'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'Honda'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using </a:t>
            </a: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clear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 method.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434B4-40FD-4FF6-A5AF-CFE36A6B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16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1412-8677-443B-AE2D-B256FF39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939</TotalTime>
  <Words>693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Calibri</vt:lpstr>
      <vt:lpstr>Century Gothic</vt:lpstr>
      <vt:lpstr>Consolas</vt:lpstr>
      <vt:lpstr>Wingdings 3</vt:lpstr>
      <vt:lpstr>Ion Boardroom</vt:lpstr>
      <vt:lpstr>Part 8  Introduction to Python Dictionary</vt:lpstr>
      <vt:lpstr>What is Dictionary in Python?</vt:lpstr>
      <vt:lpstr>Order, Unorder, Changeable</vt:lpstr>
      <vt:lpstr>Get() Function in Dictionary</vt:lpstr>
      <vt:lpstr>Keys() in Dictionary</vt:lpstr>
      <vt:lpstr>Values() in Dictionary</vt:lpstr>
      <vt:lpstr>Get the Items</vt:lpstr>
      <vt:lpstr>Add Item in Dictionary</vt:lpstr>
      <vt:lpstr>PopItem() Function</vt:lpstr>
      <vt:lpstr>Pop() Function using name</vt:lpstr>
      <vt:lpstr>Del() Method in dictionary</vt:lpstr>
      <vt:lpstr>Clear() Method in dictionary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687</cp:revision>
  <dcterms:created xsi:type="dcterms:W3CDTF">2021-12-18T06:39:36Z</dcterms:created>
  <dcterms:modified xsi:type="dcterms:W3CDTF">2022-02-07T12:11:13Z</dcterms:modified>
</cp:coreProperties>
</file>