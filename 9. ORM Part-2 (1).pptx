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Source Sans Pro"/>
      <p:regular r:id="rId17"/>
      <p:bold r:id="rId18"/>
      <p:italic r:id="rId19"/>
      <p:boldItalic r:id="rId20"/>
    </p:embeddedFont>
    <p:embeddedFont>
      <p:font typeface="JetBrains Mono"/>
      <p:regular r:id="rId21"/>
      <p:bold r:id="rId22"/>
      <p:italic r:id="rId23"/>
      <p:boldItalic r:id="rId24"/>
    </p:embeddedFont>
    <p:embeddedFont>
      <p:font typeface="Century Gothic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9" roundtripDataSignature="AMtx7mjlYSvBHiZlvu3IEI7ZK19jv5qA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SansPro-boldItalic.fntdata"/><Relationship Id="rId22" Type="http://schemas.openxmlformats.org/officeDocument/2006/relationships/font" Target="fonts/JetBrainsMono-bold.fntdata"/><Relationship Id="rId21" Type="http://schemas.openxmlformats.org/officeDocument/2006/relationships/font" Target="fonts/JetBrainsMono-regular.fntdata"/><Relationship Id="rId24" Type="http://schemas.openxmlformats.org/officeDocument/2006/relationships/font" Target="fonts/JetBrainsMono-boldItalic.fntdata"/><Relationship Id="rId23" Type="http://schemas.openxmlformats.org/officeDocument/2006/relationships/font" Target="fonts/JetBrainsMon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enturyGothic-bold.fntdata"/><Relationship Id="rId25" Type="http://schemas.openxmlformats.org/officeDocument/2006/relationships/font" Target="fonts/CenturyGothic-regular.fntdata"/><Relationship Id="rId28" Type="http://schemas.openxmlformats.org/officeDocument/2006/relationships/font" Target="fonts/CenturyGothic-boldItalic.fntdata"/><Relationship Id="rId27" Type="http://schemas.openxmlformats.org/officeDocument/2006/relationships/font" Target="fonts/CenturyGothic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SourceSansPro-regular.fntdata"/><Relationship Id="rId16" Type="http://schemas.openxmlformats.org/officeDocument/2006/relationships/slide" Target="slides/slide12.xml"/><Relationship Id="rId19" Type="http://schemas.openxmlformats.org/officeDocument/2006/relationships/font" Target="fonts/SourceSansPro-italic.fntdata"/><Relationship Id="rId18" Type="http://schemas.openxmlformats.org/officeDocument/2006/relationships/font" Target="fonts/SourceSansPr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8" name="Google Shape;28;p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4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30" name="Google Shape;30;p14"/>
          <p:cNvSpPr txBox="1"/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rgbClr val="F9B266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4"/>
          <p:cNvSpPr txBox="1"/>
          <p:nvPr>
            <p:ph idx="10" type="dt"/>
          </p:nvPr>
        </p:nvSpPr>
        <p:spPr>
          <a:xfrm rot="5400000">
            <a:off x="10158984" y="1792224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1" type="ftr"/>
          </p:nvPr>
        </p:nvSpPr>
        <p:spPr>
          <a:xfrm rot="5400000">
            <a:off x="8951976" y="3227832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9" name="Google Shape;49;p1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604878">
                    <a:alpha val="10980"/>
                  </a:srgbClr>
                </a:gs>
                <a:gs pos="36000">
                  <a:srgbClr val="604878">
                    <a:alpha val="9803"/>
                  </a:srgbClr>
                </a:gs>
                <a:gs pos="75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604878">
                    <a:alpha val="7843"/>
                  </a:srgbClr>
                </a:gs>
                <a:gs pos="36000">
                  <a:srgbClr val="604878">
                    <a:alpha val="7843"/>
                  </a:srgbClr>
                </a:gs>
                <a:gs pos="72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66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604878">
                    <a:alpha val="6666"/>
                  </a:srgbClr>
                </a:gs>
                <a:gs pos="36000">
                  <a:srgbClr val="604878">
                    <a:alpha val="5882"/>
                  </a:srgbClr>
                </a:gs>
                <a:gs pos="69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7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73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7"/>
            <p:cNvSpPr/>
            <p:nvPr/>
          </p:nvSpPr>
          <p:spPr>
            <a:xfrm rot="-5400000">
              <a:off x="3787244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57" name="Google Shape;57;p17"/>
            <p:cNvSpPr/>
            <p:nvPr/>
          </p:nvSpPr>
          <p:spPr>
            <a:xfrm rot="-5677511">
              <a:off x="4698352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59" name="Google Shape;59;p17"/>
          <p:cNvSpPr txBox="1"/>
          <p:nvPr>
            <p:ph type="title"/>
          </p:nvPr>
        </p:nvSpPr>
        <p:spPr>
          <a:xfrm>
            <a:off x="1154954" y="2677645"/>
            <a:ext cx="4351025" cy="2283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6895559" y="2677644"/>
            <a:ext cx="3757545" cy="2283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F9B266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17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2" type="body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5" name="Google Shape;75;p19"/>
          <p:cNvSpPr txBox="1"/>
          <p:nvPr>
            <p:ph idx="2" type="body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3" type="body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7" name="Google Shape;77;p19"/>
          <p:cNvSpPr txBox="1"/>
          <p:nvPr>
            <p:ph idx="4" type="body"/>
          </p:nvPr>
        </p:nvSpPr>
        <p:spPr>
          <a:xfrm>
            <a:off x="6208712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78" name="Google Shape;78;p19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2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8" name="Google Shape;88;p2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604878">
                    <a:alpha val="10980"/>
                  </a:srgbClr>
                </a:gs>
                <a:gs pos="36000">
                  <a:srgbClr val="604878">
                    <a:alpha val="9803"/>
                  </a:srgbClr>
                </a:gs>
                <a:gs pos="75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604878">
                    <a:alpha val="7843"/>
                  </a:srgbClr>
                </a:gs>
                <a:gs pos="36000">
                  <a:srgbClr val="604878">
                    <a:alpha val="7843"/>
                  </a:srgbClr>
                </a:gs>
                <a:gs pos="72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66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604878">
                    <a:alpha val="6666"/>
                  </a:srgbClr>
                </a:gs>
                <a:gs pos="36000">
                  <a:srgbClr val="604878">
                    <a:alpha val="5882"/>
                  </a:srgbClr>
                </a:gs>
                <a:gs pos="69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73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1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1"/>
            <p:cNvSpPr/>
            <p:nvPr/>
          </p:nvSpPr>
          <p:spPr>
            <a:xfrm rot="-5677511">
              <a:off x="3140485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1"/>
            <p:cNvSpPr/>
            <p:nvPr/>
          </p:nvSpPr>
          <p:spPr>
            <a:xfrm rot="-5400000">
              <a:off x="2229377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7" name="Google Shape;97;p21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98" name="Google Shape;98;p21"/>
          <p:cNvSpPr txBox="1"/>
          <p:nvPr>
            <p:ph type="title"/>
          </p:nvPr>
        </p:nvSpPr>
        <p:spPr>
          <a:xfrm>
            <a:off x="1154955" y="1295400"/>
            <a:ext cx="279315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5781146" y="1447800"/>
            <a:ext cx="519006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2" type="body"/>
          </p:nvPr>
        </p:nvSpPr>
        <p:spPr>
          <a:xfrm>
            <a:off x="1154954" y="3129280"/>
            <a:ext cx="2793158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F9B266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7" name="Google Shape;107;p2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604878">
                    <a:alpha val="10980"/>
                  </a:srgbClr>
                </a:gs>
                <a:gs pos="36000">
                  <a:srgbClr val="604878">
                    <a:alpha val="9803"/>
                  </a:srgbClr>
                </a:gs>
                <a:gs pos="75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604878">
                    <a:alpha val="7843"/>
                  </a:srgbClr>
                </a:gs>
                <a:gs pos="36000">
                  <a:srgbClr val="604878">
                    <a:alpha val="7843"/>
                  </a:srgbClr>
                </a:gs>
                <a:gs pos="72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66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604878">
                    <a:alpha val="6666"/>
                  </a:srgbClr>
                </a:gs>
                <a:gs pos="36000">
                  <a:srgbClr val="604878">
                    <a:alpha val="5882"/>
                  </a:srgbClr>
                </a:gs>
                <a:gs pos="69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2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73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2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2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2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16" name="Google Shape;116;p22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17" name="Google Shape;117;p22"/>
          <p:cNvSpPr txBox="1"/>
          <p:nvPr>
            <p:ph type="title"/>
          </p:nvPr>
        </p:nvSpPr>
        <p:spPr>
          <a:xfrm>
            <a:off x="1154955" y="1693333"/>
            <a:ext cx="3865134" cy="17356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/>
          <p:nvPr>
            <p:ph idx="2" type="pic"/>
          </p:nvPr>
        </p:nvSpPr>
        <p:spPr>
          <a:xfrm>
            <a:off x="6547870" y="1143000"/>
            <a:ext cx="3227193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1154954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F9B266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22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2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6" name="Google Shape;126;p2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604878">
                    <a:alpha val="10980"/>
                  </a:srgbClr>
                </a:gs>
                <a:gs pos="36000">
                  <a:srgbClr val="604878">
                    <a:alpha val="9803"/>
                  </a:srgbClr>
                </a:gs>
                <a:gs pos="75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604878">
                    <a:alpha val="7843"/>
                  </a:srgbClr>
                </a:gs>
                <a:gs pos="36000">
                  <a:srgbClr val="604878">
                    <a:alpha val="7843"/>
                  </a:srgbClr>
                </a:gs>
                <a:gs pos="72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3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66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604878">
                    <a:alpha val="6666"/>
                  </a:srgbClr>
                </a:gs>
                <a:gs pos="36000">
                  <a:srgbClr val="604878">
                    <a:alpha val="5882"/>
                  </a:srgbClr>
                </a:gs>
                <a:gs pos="69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3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73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3"/>
            <p:cNvSpPr/>
            <p:nvPr/>
          </p:nvSpPr>
          <p:spPr>
            <a:xfrm rot="10371525">
              <a:off x="263767" y="4438254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3"/>
            <p:cNvSpPr/>
            <p:nvPr/>
          </p:nvSpPr>
          <p:spPr>
            <a:xfrm rot="10800000">
              <a:off x="459506" y="321130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34" name="Google Shape;134;p23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35" name="Google Shape;135;p23"/>
          <p:cNvSpPr txBox="1"/>
          <p:nvPr>
            <p:ph type="title"/>
          </p:nvPr>
        </p:nvSpPr>
        <p:spPr>
          <a:xfrm>
            <a:off x="1154954" y="4969927"/>
            <a:ext cx="8825659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3"/>
          <p:cNvSpPr/>
          <p:nvPr>
            <p:ph idx="2" type="pic"/>
          </p:nvPr>
        </p:nvSpPr>
        <p:spPr>
          <a:xfrm>
            <a:off x="1154954" y="685800"/>
            <a:ext cx="8825659" cy="3429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1154954" y="5536665"/>
            <a:ext cx="8825658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F9B266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8" name="Google Shape;138;p23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 showMasterSp="0">
  <p:cSld name="Title and Caption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4" name="Google Shape;144;p2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604878">
                    <a:alpha val="10980"/>
                  </a:srgbClr>
                </a:gs>
                <a:gs pos="36000">
                  <a:srgbClr val="604878">
                    <a:alpha val="9803"/>
                  </a:srgbClr>
                </a:gs>
                <a:gs pos="75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604878">
                    <a:alpha val="7843"/>
                  </a:srgbClr>
                </a:gs>
                <a:gs pos="36000">
                  <a:srgbClr val="604878">
                    <a:alpha val="7843"/>
                  </a:srgbClr>
                </a:gs>
                <a:gs pos="72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66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604878">
                    <a:alpha val="6666"/>
                  </a:srgbClr>
                </a:gs>
                <a:gs pos="36000">
                  <a:srgbClr val="604878">
                    <a:alpha val="5882"/>
                  </a:srgbClr>
                </a:gs>
                <a:gs pos="69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73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4"/>
            <p:cNvSpPr/>
            <p:nvPr/>
          </p:nvSpPr>
          <p:spPr>
            <a:xfrm rot="-589932">
              <a:off x="8490951" y="2714874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4"/>
            <p:cNvSpPr/>
            <p:nvPr/>
          </p:nvSpPr>
          <p:spPr>
            <a:xfrm>
              <a:off x="455612" y="2801319"/>
              <a:ext cx="11277600" cy="3602637"/>
            </a:xfrm>
            <a:custGeom>
              <a:rect b="b" l="l" r="r" t="t"/>
              <a:pathLst>
                <a:path extrusionOk="0" h="7946" w="1000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2" name="Google Shape;152;p24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53" name="Google Shape;153;p24"/>
          <p:cNvSpPr txBox="1"/>
          <p:nvPr>
            <p:ph type="title"/>
          </p:nvPr>
        </p:nvSpPr>
        <p:spPr>
          <a:xfrm>
            <a:off x="1148798" y="1063417"/>
            <a:ext cx="8831816" cy="1372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1154954" y="3543300"/>
            <a:ext cx="8825659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55" name="Google Shape;155;p24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 showMasterSp="0">
  <p:cSld name="Quote with Caption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1" name="Google Shape;161;p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604878">
                    <a:alpha val="10980"/>
                  </a:srgbClr>
                </a:gs>
                <a:gs pos="36000">
                  <a:srgbClr val="604878">
                    <a:alpha val="9803"/>
                  </a:srgbClr>
                </a:gs>
                <a:gs pos="75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604878">
                    <a:alpha val="7843"/>
                  </a:srgbClr>
                </a:gs>
                <a:gs pos="36000">
                  <a:srgbClr val="604878">
                    <a:alpha val="7843"/>
                  </a:srgbClr>
                </a:gs>
                <a:gs pos="72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66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604878">
                    <a:alpha val="6666"/>
                  </a:srgbClr>
                </a:gs>
                <a:gs pos="36000">
                  <a:srgbClr val="604878">
                    <a:alpha val="5882"/>
                  </a:srgbClr>
                </a:gs>
                <a:gs pos="69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5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73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5"/>
            <p:cNvSpPr/>
            <p:nvPr/>
          </p:nvSpPr>
          <p:spPr>
            <a:xfrm rot="-589932">
              <a:off x="8490951" y="41851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5"/>
            <p:cNvSpPr/>
            <p:nvPr/>
          </p:nvSpPr>
          <p:spPr>
            <a:xfrm>
              <a:off x="455612" y="4241801"/>
              <a:ext cx="11277600" cy="2337161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69" name="Google Shape;169;p25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70" name="Google Shape;170;p25"/>
          <p:cNvSpPr txBox="1"/>
          <p:nvPr/>
        </p:nvSpPr>
        <p:spPr>
          <a:xfrm>
            <a:off x="881566" y="607336"/>
            <a:ext cx="80191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>
                <a:solidFill>
                  <a:srgbClr val="F9B266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9884458" y="2613787"/>
            <a:ext cx="65276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>
                <a:solidFill>
                  <a:srgbClr val="F9B266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72" name="Google Shape;172;p25"/>
          <p:cNvSpPr txBox="1"/>
          <p:nvPr>
            <p:ph type="title"/>
          </p:nvPr>
        </p:nvSpPr>
        <p:spPr>
          <a:xfrm>
            <a:off x="1581878" y="982134"/>
            <a:ext cx="8453906" cy="2696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1945945" y="3678766"/>
            <a:ext cx="773121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F9B26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74" name="Google Shape;174;p25"/>
          <p:cNvSpPr txBox="1"/>
          <p:nvPr>
            <p:ph idx="2" type="body"/>
          </p:nvPr>
        </p:nvSpPr>
        <p:spPr>
          <a:xfrm>
            <a:off x="1154954" y="5029199"/>
            <a:ext cx="9244897" cy="997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75" name="Google Shape;175;p25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 showMasterSp="0">
  <p:cSld name="Name Card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81" name="Google Shape;181;p2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604878">
                    <a:alpha val="10980"/>
                  </a:srgbClr>
                </a:gs>
                <a:gs pos="36000">
                  <a:srgbClr val="604878">
                    <a:alpha val="9803"/>
                  </a:srgbClr>
                </a:gs>
                <a:gs pos="75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604878">
                    <a:alpha val="7843"/>
                  </a:srgbClr>
                </a:gs>
                <a:gs pos="36000">
                  <a:srgbClr val="604878">
                    <a:alpha val="7843"/>
                  </a:srgbClr>
                </a:gs>
                <a:gs pos="72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66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604878">
                    <a:alpha val="6666"/>
                  </a:srgbClr>
                </a:gs>
                <a:gs pos="36000">
                  <a:srgbClr val="604878">
                    <a:alpha val="5882"/>
                  </a:srgbClr>
                </a:gs>
                <a:gs pos="69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73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6"/>
            <p:cNvSpPr/>
            <p:nvPr/>
          </p:nvSpPr>
          <p:spPr>
            <a:xfrm rot="-589932">
              <a:off x="8490951" y="4193583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455612" y="4241801"/>
              <a:ext cx="11277600" cy="2337161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89" name="Google Shape;189;p26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90" name="Google Shape;190;p26"/>
          <p:cNvSpPr txBox="1"/>
          <p:nvPr>
            <p:ph type="title"/>
          </p:nvPr>
        </p:nvSpPr>
        <p:spPr>
          <a:xfrm>
            <a:off x="1154954" y="2370667"/>
            <a:ext cx="8825660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6"/>
          <p:cNvSpPr txBox="1"/>
          <p:nvPr>
            <p:ph idx="1" type="body"/>
          </p:nvPr>
        </p:nvSpPr>
        <p:spPr>
          <a:xfrm>
            <a:off x="1154954" y="5024967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F9B266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7"/>
          <p:cNvSpPr txBox="1"/>
          <p:nvPr>
            <p:ph idx="1" type="body"/>
          </p:nvPr>
        </p:nvSpPr>
        <p:spPr>
          <a:xfrm>
            <a:off x="1154954" y="2603502"/>
            <a:ext cx="314187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F9B266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99" name="Google Shape;199;p27"/>
          <p:cNvSpPr txBox="1"/>
          <p:nvPr>
            <p:ph idx="2" type="body"/>
          </p:nvPr>
        </p:nvSpPr>
        <p:spPr>
          <a:xfrm>
            <a:off x="1154953" y="3179764"/>
            <a:ext cx="3141879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00" name="Google Shape;200;p27"/>
          <p:cNvSpPr txBox="1"/>
          <p:nvPr>
            <p:ph idx="3" type="body"/>
          </p:nvPr>
        </p:nvSpPr>
        <p:spPr>
          <a:xfrm>
            <a:off x="4512721" y="2603500"/>
            <a:ext cx="31470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F9B266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1" name="Google Shape;201;p27"/>
          <p:cNvSpPr txBox="1"/>
          <p:nvPr>
            <p:ph idx="4" type="body"/>
          </p:nvPr>
        </p:nvSpPr>
        <p:spPr>
          <a:xfrm>
            <a:off x="4512721" y="3179763"/>
            <a:ext cx="3147009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02" name="Google Shape;202;p27"/>
          <p:cNvSpPr txBox="1"/>
          <p:nvPr>
            <p:ph idx="5" type="body"/>
          </p:nvPr>
        </p:nvSpPr>
        <p:spPr>
          <a:xfrm>
            <a:off x="7888135" y="2603501"/>
            <a:ext cx="314573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F9B266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3" name="Google Shape;203;p27"/>
          <p:cNvSpPr txBox="1"/>
          <p:nvPr>
            <p:ph idx="6" type="body"/>
          </p:nvPr>
        </p:nvSpPr>
        <p:spPr>
          <a:xfrm>
            <a:off x="7888329" y="3179762"/>
            <a:ext cx="3145536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04" name="Google Shape;204;p27"/>
          <p:cNvCxnSpPr/>
          <p:nvPr/>
        </p:nvCxnSpPr>
        <p:spPr>
          <a:xfrm>
            <a:off x="440397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27"/>
          <p:cNvCxnSpPr/>
          <p:nvPr/>
        </p:nvCxnSpPr>
        <p:spPr>
          <a:xfrm>
            <a:off x="777240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27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7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8"/>
          <p:cNvSpPr txBox="1"/>
          <p:nvPr>
            <p:ph idx="1" type="body"/>
          </p:nvPr>
        </p:nvSpPr>
        <p:spPr>
          <a:xfrm>
            <a:off x="1154954" y="4532844"/>
            <a:ext cx="30504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F9B266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2" name="Google Shape;212;p28"/>
          <p:cNvSpPr/>
          <p:nvPr>
            <p:ph idx="2" type="pic"/>
          </p:nvPr>
        </p:nvSpPr>
        <p:spPr>
          <a:xfrm>
            <a:off x="1334553" y="2603500"/>
            <a:ext cx="2691242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213" name="Google Shape;213;p28"/>
          <p:cNvSpPr txBox="1"/>
          <p:nvPr>
            <p:ph idx="3" type="body"/>
          </p:nvPr>
        </p:nvSpPr>
        <p:spPr>
          <a:xfrm>
            <a:off x="1154954" y="5109106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14" name="Google Shape;214;p28"/>
          <p:cNvSpPr txBox="1"/>
          <p:nvPr>
            <p:ph idx="4" type="body"/>
          </p:nvPr>
        </p:nvSpPr>
        <p:spPr>
          <a:xfrm>
            <a:off x="4568865" y="4532844"/>
            <a:ext cx="3050438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F9B266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5" name="Google Shape;215;p28"/>
          <p:cNvSpPr/>
          <p:nvPr>
            <p:ph idx="5" type="pic"/>
          </p:nvPr>
        </p:nvSpPr>
        <p:spPr>
          <a:xfrm>
            <a:off x="4748462" y="2603500"/>
            <a:ext cx="2691243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216" name="Google Shape;216;p28"/>
          <p:cNvSpPr txBox="1"/>
          <p:nvPr>
            <p:ph idx="6" type="body"/>
          </p:nvPr>
        </p:nvSpPr>
        <p:spPr>
          <a:xfrm>
            <a:off x="4570172" y="5109105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17" name="Google Shape;217;p28"/>
          <p:cNvSpPr txBox="1"/>
          <p:nvPr>
            <p:ph idx="7" type="body"/>
          </p:nvPr>
        </p:nvSpPr>
        <p:spPr>
          <a:xfrm>
            <a:off x="7982775" y="4532845"/>
            <a:ext cx="305109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F9B266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8" name="Google Shape;218;p28"/>
          <p:cNvSpPr/>
          <p:nvPr>
            <p:ph idx="8" type="pic"/>
          </p:nvPr>
        </p:nvSpPr>
        <p:spPr>
          <a:xfrm>
            <a:off x="8163031" y="2603500"/>
            <a:ext cx="2691242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219" name="Google Shape;219;p28"/>
          <p:cNvSpPr txBox="1"/>
          <p:nvPr>
            <p:ph idx="9" type="body"/>
          </p:nvPr>
        </p:nvSpPr>
        <p:spPr>
          <a:xfrm>
            <a:off x="7982775" y="5109104"/>
            <a:ext cx="3051096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20" name="Google Shape;220;p28"/>
          <p:cNvCxnSpPr/>
          <p:nvPr/>
        </p:nvCxnSpPr>
        <p:spPr>
          <a:xfrm>
            <a:off x="440583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28"/>
          <p:cNvCxnSpPr/>
          <p:nvPr/>
        </p:nvCxnSpPr>
        <p:spPr>
          <a:xfrm>
            <a:off x="7797802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28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8"/>
          <p:cNvSpPr txBox="1"/>
          <p:nvPr>
            <p:ph idx="11" type="ftr"/>
          </p:nvPr>
        </p:nvSpPr>
        <p:spPr>
          <a:xfrm>
            <a:off x="561111" y="6391838"/>
            <a:ext cx="3644282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9"/>
          <p:cNvSpPr txBox="1"/>
          <p:nvPr>
            <p:ph idx="1" type="body"/>
          </p:nvPr>
        </p:nvSpPr>
        <p:spPr>
          <a:xfrm rot="5400000">
            <a:off x="3859634" y="-101179"/>
            <a:ext cx="3416300" cy="8825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28" name="Google Shape;228;p29"/>
          <p:cNvSpPr txBox="1"/>
          <p:nvPr>
            <p:ph idx="10" type="dt"/>
          </p:nvPr>
        </p:nvSpPr>
        <p:spPr>
          <a:xfrm>
            <a:off x="10695439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9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2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3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3" name="Google Shape;233;p3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604878">
                    <a:alpha val="10980"/>
                  </a:srgbClr>
                </a:gs>
                <a:gs pos="36000">
                  <a:srgbClr val="604878">
                    <a:alpha val="9803"/>
                  </a:srgbClr>
                </a:gs>
                <a:gs pos="75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604878">
                    <a:alpha val="7843"/>
                  </a:srgbClr>
                </a:gs>
                <a:gs pos="36000">
                  <a:srgbClr val="604878">
                    <a:alpha val="7843"/>
                  </a:srgbClr>
                </a:gs>
                <a:gs pos="72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66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604878">
                    <a:alpha val="6666"/>
                  </a:srgbClr>
                </a:gs>
                <a:gs pos="36000">
                  <a:srgbClr val="604878">
                    <a:alpha val="5882"/>
                  </a:srgbClr>
                </a:gs>
                <a:gs pos="69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73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0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0"/>
            <p:cNvSpPr/>
            <p:nvPr/>
          </p:nvSpPr>
          <p:spPr>
            <a:xfrm rot="5101749">
              <a:off x="6294738" y="457773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0"/>
            <p:cNvSpPr/>
            <p:nvPr/>
          </p:nvSpPr>
          <p:spPr>
            <a:xfrm rot="5400000">
              <a:off x="4449232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42" name="Google Shape;242;p30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43" name="Google Shape;243;p30"/>
          <p:cNvSpPr txBox="1"/>
          <p:nvPr>
            <p:ph type="title"/>
          </p:nvPr>
        </p:nvSpPr>
        <p:spPr>
          <a:xfrm rot="5400000">
            <a:off x="6915923" y="2947780"/>
            <a:ext cx="4748590" cy="14099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 rot="5400000">
            <a:off x="1908672" y="524749"/>
            <a:ext cx="4748590" cy="6256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45" name="Google Shape;245;p30"/>
          <p:cNvSpPr txBox="1"/>
          <p:nvPr>
            <p:ph idx="10" type="dt"/>
          </p:nvPr>
        </p:nvSpPr>
        <p:spPr>
          <a:xfrm>
            <a:off x="10653104" y="6391838"/>
            <a:ext cx="992135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0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3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Google Shape;11;p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604878">
                    <a:alpha val="10980"/>
                  </a:srgbClr>
                </a:gs>
                <a:gs pos="36000">
                  <a:srgbClr val="604878">
                    <a:alpha val="9803"/>
                  </a:srgbClr>
                </a:gs>
                <a:gs pos="75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604878">
                    <a:alpha val="7843"/>
                  </a:srgbClr>
                </a:gs>
                <a:gs pos="36000">
                  <a:srgbClr val="604878">
                    <a:alpha val="7843"/>
                  </a:srgbClr>
                </a:gs>
                <a:gs pos="72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3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66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604878">
                    <a:alpha val="6666"/>
                  </a:srgbClr>
                </a:gs>
                <a:gs pos="36000">
                  <a:srgbClr val="604878">
                    <a:alpha val="5882"/>
                  </a:srgbClr>
                </a:gs>
                <a:gs pos="69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3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604878">
                    <a:alpha val="13725"/>
                  </a:srgbClr>
                </a:gs>
                <a:gs pos="36000">
                  <a:srgbClr val="604878">
                    <a:alpha val="6666"/>
                  </a:srgbClr>
                </a:gs>
                <a:gs pos="73000">
                  <a:srgbClr val="604878">
                    <a:alpha val="0"/>
                  </a:srgbClr>
                </a:gs>
                <a:gs pos="100000">
                  <a:srgbClr val="604878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13"/>
            <p:cNvSpPr/>
            <p:nvPr/>
          </p:nvSpPr>
          <p:spPr>
            <a:xfrm rot="-589932">
              <a:off x="8490951" y="17975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3"/>
            <p:cNvSpPr/>
            <p:nvPr/>
          </p:nvSpPr>
          <p:spPr>
            <a:xfrm>
              <a:off x="459506" y="1866405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9" name="Google Shape;19;p13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0" name="Google Shape;20;p13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" name="Google Shape;21;p13"/>
          <p:cNvSpPr txBox="1"/>
          <p:nvPr>
            <p:ph idx="1" type="body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" name="Google Shape;24;p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jango.fun/docs/django/en/4.0/ref/models/fields/#django.db.models.CharField" TargetMode="External"/><Relationship Id="rId4" Type="http://schemas.openxmlformats.org/officeDocument/2006/relationships/hyperlink" Target="https://django.fun/docs/django/en/4.0/ref/validators/#django.core.validators.EmailValidator" TargetMode="External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jango.fun/docs/django/en/4.0/ref/models/fields/#django.db.models.FileField" TargetMode="External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jango.fun/docs/django/en/4.0/ref/forms/widgets/#django.forms.Textarea" TargetMode="External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jango.fun/docs/django/en/4.0/ref/models/fields/#django.db.models.DateField" TargetMode="External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"/>
          <p:cNvSpPr txBox="1"/>
          <p:nvPr>
            <p:ph type="ctrTitle"/>
          </p:nvPr>
        </p:nvSpPr>
        <p:spPr>
          <a:xfrm>
            <a:off x="1154955" y="1384115"/>
            <a:ext cx="10035784" cy="2677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Arial Rounded"/>
              <a:buNone/>
            </a:pPr>
            <a:r>
              <a:rPr b="1" lang="en-US">
                <a:latin typeface="Arial Rounded"/>
                <a:ea typeface="Arial Rounded"/>
                <a:cs typeface="Arial Rounded"/>
                <a:sym typeface="Arial Rounded"/>
              </a:rPr>
              <a:t>Part 9</a:t>
            </a:r>
            <a:br>
              <a:rPr b="1" lang="en-US">
                <a:latin typeface="Arial Rounded"/>
                <a:ea typeface="Arial Rounded"/>
                <a:cs typeface="Arial Rounded"/>
                <a:sym typeface="Arial Rounded"/>
              </a:rPr>
            </a:br>
            <a:br>
              <a:rPr b="1" lang="en-US">
                <a:latin typeface="Arial Rounded"/>
                <a:ea typeface="Arial Rounded"/>
                <a:cs typeface="Arial Rounded"/>
                <a:sym typeface="Arial Rounded"/>
              </a:rPr>
            </a:br>
            <a:r>
              <a:rPr b="1" lang="en-US">
                <a:latin typeface="Arial Rounded"/>
                <a:ea typeface="Arial Rounded"/>
                <a:cs typeface="Arial Rounded"/>
                <a:sym typeface="Arial Rounded"/>
              </a:rPr>
              <a:t>ORM in Django Part-2</a:t>
            </a:r>
            <a:endParaRPr b="1" sz="6000"/>
          </a:p>
        </p:txBody>
      </p:sp>
      <p:sp>
        <p:nvSpPr>
          <p:cNvPr id="254" name="Google Shape;254;p1"/>
          <p:cNvSpPr txBox="1"/>
          <p:nvPr>
            <p:ph idx="1" type="subTitle"/>
          </p:nvPr>
        </p:nvSpPr>
        <p:spPr>
          <a:xfrm>
            <a:off x="1154955" y="4287049"/>
            <a:ext cx="8825658" cy="4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VERSION: 4.0.1</a:t>
            </a:r>
            <a:endParaRPr/>
          </a:p>
        </p:txBody>
      </p:sp>
      <p:sp>
        <p:nvSpPr>
          <p:cNvPr id="255" name="Google Shape;255;p1"/>
          <p:cNvSpPr txBox="1"/>
          <p:nvPr/>
        </p:nvSpPr>
        <p:spPr>
          <a:xfrm>
            <a:off x="6802583" y="5727684"/>
            <a:ext cx="4668900" cy="430725"/>
          </a:xfrm>
          <a:prstGeom prst="rect">
            <a:avLst/>
          </a:prstGeom>
          <a:gradFill>
            <a:gsLst>
              <a:gs pos="0">
                <a:srgbClr val="B8404C"/>
              </a:gs>
              <a:gs pos="100000">
                <a:srgbClr val="7E202A"/>
              </a:gs>
            </a:gsLst>
            <a:lin ang="5400000" scaled="0"/>
          </a:gradFill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WRITTEN AND DESIGN BY: BABAR ALI </a:t>
            </a:r>
            <a:endParaRPr/>
          </a:p>
        </p:txBody>
      </p:sp>
      <p:sp>
        <p:nvSpPr>
          <p:cNvPr id="256" name="Google Shape;256;p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"/>
          <p:cNvSpPr txBox="1"/>
          <p:nvPr>
            <p:ph type="title"/>
          </p:nvPr>
        </p:nvSpPr>
        <p:spPr>
          <a:xfrm>
            <a:off x="1168809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 Rounded"/>
              <a:buNone/>
            </a:pPr>
            <a:r>
              <a:rPr b="1" lang="en-US">
                <a:latin typeface="Arial Rounded"/>
                <a:ea typeface="Arial Rounded"/>
                <a:cs typeface="Arial Rounded"/>
                <a:sym typeface="Arial Rounded"/>
              </a:rPr>
              <a:t>Django Model Field Types</a:t>
            </a:r>
            <a:endParaRPr/>
          </a:p>
        </p:txBody>
      </p:sp>
      <p:sp>
        <p:nvSpPr>
          <p:cNvPr id="262" name="Google Shape;262;p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2"/>
          <p:cNvSpPr txBox="1"/>
          <p:nvPr/>
        </p:nvSpPr>
        <p:spPr>
          <a:xfrm>
            <a:off x="1272209" y="2416842"/>
            <a:ext cx="27829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BooleanField:</a:t>
            </a:r>
            <a:endParaRPr/>
          </a:p>
        </p:txBody>
      </p:sp>
      <p:sp>
        <p:nvSpPr>
          <p:cNvPr id="264" name="Google Shape;264;p2"/>
          <p:cNvSpPr/>
          <p:nvPr/>
        </p:nvSpPr>
        <p:spPr>
          <a:xfrm>
            <a:off x="1391477" y="3059668"/>
            <a:ext cx="5280613" cy="369332"/>
          </a:xfrm>
          <a:prstGeom prst="rect">
            <a:avLst/>
          </a:prstGeom>
          <a:solidFill>
            <a:schemeClr val="lt1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 = models.BooleanField(default=False)</a:t>
            </a:r>
            <a:endParaRPr/>
          </a:p>
        </p:txBody>
      </p:sp>
      <p:sp>
        <p:nvSpPr>
          <p:cNvPr id="265" name="Google Shape;265;p2"/>
          <p:cNvSpPr txBox="1"/>
          <p:nvPr/>
        </p:nvSpPr>
        <p:spPr>
          <a:xfrm>
            <a:off x="1272209" y="3972524"/>
            <a:ext cx="27829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CharField:</a:t>
            </a:r>
            <a:endParaRPr/>
          </a:p>
        </p:txBody>
      </p:sp>
      <p:sp>
        <p:nvSpPr>
          <p:cNvPr id="266" name="Google Shape;266;p2"/>
          <p:cNvSpPr/>
          <p:nvPr/>
        </p:nvSpPr>
        <p:spPr>
          <a:xfrm>
            <a:off x="1391477" y="4615350"/>
            <a:ext cx="5242141" cy="369332"/>
          </a:xfrm>
          <a:prstGeom prst="rect">
            <a:avLst/>
          </a:prstGeom>
          <a:solidFill>
            <a:schemeClr val="lt1"/>
          </a:solidFill>
          <a:ln cap="rnd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 = models.CharField(max_length=120)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Date Field In Django Model</a:t>
            </a:r>
            <a:endParaRPr/>
          </a:p>
        </p:txBody>
      </p:sp>
      <p:sp>
        <p:nvSpPr>
          <p:cNvPr id="272" name="Google Shape;272;p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3" name="Google Shape;273;p3"/>
          <p:cNvSpPr/>
          <p:nvPr/>
        </p:nvSpPr>
        <p:spPr>
          <a:xfrm>
            <a:off x="1154954" y="2092676"/>
            <a:ext cx="10472170" cy="4443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Date Field:</a:t>
            </a:r>
            <a:endParaRPr b="1" sz="2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class </a:t>
            </a:r>
            <a:r>
              <a:rPr lang="en-US" sz="1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DateField</a:t>
            </a:r>
            <a:r>
              <a:rPr b="1" lang="en-US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auto_now=</a:t>
            </a:r>
            <a:r>
              <a:rPr b="1" i="1" lang="en-US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False</a:t>
            </a:r>
            <a:r>
              <a:rPr b="1" lang="en-US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 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auto_now_add=</a:t>
            </a:r>
            <a:r>
              <a:rPr b="1" i="1" lang="en-US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False</a:t>
            </a:r>
            <a:r>
              <a:rPr b="1" lang="en-US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 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**options</a:t>
            </a:r>
            <a:r>
              <a:rPr b="1" lang="en-US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date, represented in Python by a </a:t>
            </a:r>
            <a:r>
              <a:rPr b="1" lang="en-US" sz="1800">
                <a:solidFill>
                  <a:srgbClr val="48506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datetime.date</a:t>
            </a: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 instance. Has a few extra, optional arguments: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54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DateField.auto_now:</a:t>
            </a:r>
            <a:endParaRPr b="1" i="1" sz="1800">
              <a:solidFill>
                <a:srgbClr val="C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class </a:t>
            </a:r>
            <a:r>
              <a:rPr lang="en-US" sz="1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DateField</a:t>
            </a:r>
            <a:r>
              <a:rPr b="1" lang="en-US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auto_now=</a:t>
            </a:r>
            <a:r>
              <a:rPr b="1" i="1" lang="en-US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False</a:t>
            </a:r>
            <a:r>
              <a:rPr b="1" lang="en-US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 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auto_now_add=</a:t>
            </a:r>
            <a:r>
              <a:rPr b="1" i="1" lang="en-US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False</a:t>
            </a:r>
            <a:r>
              <a:rPr b="1" lang="en-US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 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**options</a:t>
            </a:r>
            <a:r>
              <a:rPr b="1" lang="en-US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date, represented in Python by a </a:t>
            </a:r>
            <a:r>
              <a:rPr b="1" lang="en-US" sz="1200">
                <a:solidFill>
                  <a:srgbClr val="48506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datetime.date</a:t>
            </a: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 instance. Has a few extra, optional arguments:</a:t>
            </a:r>
            <a:endParaRPr sz="2800">
              <a:solidFill>
                <a:srgbClr val="48506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DateField.auto_now_add: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Automatically set the field to now when the object is first created. Useful for creation of timestamps. Note that the current date is always used; it’s not just a default value that you can override.</a:t>
            </a:r>
            <a:endParaRPr sz="1800">
              <a:solidFill>
                <a:srgbClr val="48506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DateField Example</a:t>
            </a:r>
            <a:endParaRPr/>
          </a:p>
        </p:txBody>
      </p:sp>
      <p:sp>
        <p:nvSpPr>
          <p:cNvPr id="279" name="Google Shape;279;p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4"/>
          <p:cNvSpPr/>
          <p:nvPr/>
        </p:nvSpPr>
        <p:spPr>
          <a:xfrm>
            <a:off x="2710297" y="2674491"/>
            <a:ext cx="6771405" cy="40011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date_field = models.DateField(</a:t>
            </a:r>
            <a:r>
              <a:rPr b="1"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auto_now_add=False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/>
          </a:p>
        </p:txBody>
      </p:sp>
      <p:pic>
        <p:nvPicPr>
          <p:cNvPr id="281" name="Google Shape;2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0297" y="3429000"/>
            <a:ext cx="4886285" cy="2850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DateTimeField Example</a:t>
            </a:r>
            <a:endParaRPr/>
          </a:p>
        </p:txBody>
      </p:sp>
      <p:sp>
        <p:nvSpPr>
          <p:cNvPr id="287" name="Google Shape;287;p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5"/>
          <p:cNvSpPr/>
          <p:nvPr/>
        </p:nvSpPr>
        <p:spPr>
          <a:xfrm>
            <a:off x="2710297" y="2674491"/>
            <a:ext cx="7295587" cy="40011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date_field = models.DateTimeField(</a:t>
            </a:r>
            <a:r>
              <a:rPr b="1"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auto_now_add=False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/>
          </a:p>
        </p:txBody>
      </p:sp>
      <p:pic>
        <p:nvPicPr>
          <p:cNvPr id="289" name="Google Shape;2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0297" y="3505571"/>
            <a:ext cx="6690613" cy="156707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Email Field</a:t>
            </a:r>
            <a:endParaRPr/>
          </a:p>
        </p:txBody>
      </p:sp>
      <p:sp>
        <p:nvSpPr>
          <p:cNvPr id="295" name="Google Shape;295;p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1398330" y="3321709"/>
            <a:ext cx="4193777" cy="40011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User_email = models.EmailField()</a:t>
            </a:r>
            <a:endParaRPr/>
          </a:p>
        </p:txBody>
      </p:sp>
      <p:sp>
        <p:nvSpPr>
          <p:cNvPr id="297" name="Google Shape;297;p6"/>
          <p:cNvSpPr/>
          <p:nvPr/>
        </p:nvSpPr>
        <p:spPr>
          <a:xfrm>
            <a:off x="1398330" y="2554798"/>
            <a:ext cx="94021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 </a:t>
            </a:r>
            <a:r>
              <a:rPr b="1" lang="en-US" sz="1800" u="sng">
                <a:solidFill>
                  <a:srgbClr val="338FFA"/>
                </a:solidFill>
                <a:latin typeface="JetBrains Mono"/>
                <a:ea typeface="JetBrains Mono"/>
                <a:cs typeface="JetBrains Mono"/>
                <a:sym typeface="JetBrains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CharField</a:t>
            </a:r>
            <a:r>
              <a:rPr lang="en-US" sz="20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 that checks that the value is a valid email address using </a:t>
            </a:r>
            <a:r>
              <a:rPr b="1" lang="en-US" sz="1800" u="sng">
                <a:solidFill>
                  <a:srgbClr val="338FFA"/>
                </a:solidFill>
                <a:latin typeface="JetBrains Mono"/>
                <a:ea typeface="JetBrains Mono"/>
                <a:cs typeface="JetBrains Mono"/>
                <a:sym typeface="JetBrains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EmailValidator</a:t>
            </a:r>
            <a:r>
              <a:rPr lang="en-US" sz="20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330" y="4207751"/>
            <a:ext cx="6439151" cy="7741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File Field</a:t>
            </a:r>
            <a:endParaRPr/>
          </a:p>
        </p:txBody>
      </p:sp>
      <p:sp>
        <p:nvSpPr>
          <p:cNvPr id="304" name="Google Shape;304;p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1398330" y="3321709"/>
            <a:ext cx="8342348" cy="40011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upload_CV = models.FileField(upload_to=None, max_length=100)</a:t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1398330" y="2554798"/>
            <a:ext cx="94021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file-upload field.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330" y="4119398"/>
            <a:ext cx="7360883" cy="90573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Image Field</a:t>
            </a:r>
            <a:endParaRPr/>
          </a:p>
        </p:txBody>
      </p:sp>
      <p:sp>
        <p:nvSpPr>
          <p:cNvPr id="313" name="Google Shape;313;p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1398330" y="3785537"/>
            <a:ext cx="10086416" cy="40011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Upload_img = models.ImageField(upload_to=None, height=None, width=None)</a:t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1398331" y="2519827"/>
            <a:ext cx="9455200" cy="92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Inherits all attributes and methods from </a:t>
            </a:r>
            <a:r>
              <a:rPr b="1" lang="en-US" sz="2000" u="sng">
                <a:solidFill>
                  <a:srgbClr val="338FFA"/>
                </a:solidFill>
                <a:latin typeface="JetBrains Mono"/>
                <a:ea typeface="JetBrains Mono"/>
                <a:cs typeface="JetBrains Mono"/>
                <a:sym typeface="JetBrains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FileField</a:t>
            </a: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but also validates that the uploaded object is a valid image.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8330" y="4556722"/>
            <a:ext cx="7360883" cy="90573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Integer Field</a:t>
            </a:r>
            <a:endParaRPr/>
          </a:p>
        </p:txBody>
      </p:sp>
      <p:sp>
        <p:nvSpPr>
          <p:cNvPr id="322" name="Google Shape;322;p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1398330" y="3189189"/>
            <a:ext cx="4105611" cy="40011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contact = models.IntegerField()</a:t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1398331" y="2519827"/>
            <a:ext cx="945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 integer. Values from </a:t>
            </a:r>
            <a:r>
              <a:rPr b="1" lang="en-US" sz="1200">
                <a:solidFill>
                  <a:srgbClr val="48506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-2147483648</a:t>
            </a: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 to </a:t>
            </a:r>
            <a:r>
              <a:rPr b="1" lang="en-US" sz="1200">
                <a:solidFill>
                  <a:srgbClr val="48506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2147483647</a:t>
            </a: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 are safe in all databases supported by Django.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331" y="3968842"/>
            <a:ext cx="5320522" cy="7501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Text Field</a:t>
            </a:r>
            <a:endParaRPr/>
          </a:p>
        </p:txBody>
      </p:sp>
      <p:sp>
        <p:nvSpPr>
          <p:cNvPr id="331" name="Google Shape;331;p1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1451338" y="3189189"/>
            <a:ext cx="4075155" cy="40011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description = models.TextField()</a:t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1398331" y="2519827"/>
            <a:ext cx="945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large text field. The default form widget for this field is a </a:t>
            </a:r>
            <a:r>
              <a:rPr b="1" lang="en-US" sz="1800" u="sng">
                <a:solidFill>
                  <a:srgbClr val="338FFA"/>
                </a:solidFill>
                <a:latin typeface="JetBrains Mono"/>
                <a:ea typeface="JetBrains Mono"/>
                <a:cs typeface="JetBrains Mono"/>
                <a:sym typeface="JetBrains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Textarea</a:t>
            </a: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1338" y="3968842"/>
            <a:ext cx="6592220" cy="2029108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Time Field</a:t>
            </a:r>
            <a:endParaRPr/>
          </a:p>
        </p:txBody>
      </p:sp>
      <p:sp>
        <p:nvSpPr>
          <p:cNvPr id="340" name="Google Shape;340;p1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1583858" y="3467486"/>
            <a:ext cx="6633547" cy="40011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Pick_time = models.TimeField(auto_now_add=False)</a:t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1451338" y="2309589"/>
            <a:ext cx="10051547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time, represented in Python by a </a:t>
            </a:r>
            <a:r>
              <a:rPr b="1" lang="en-US" sz="1800">
                <a:solidFill>
                  <a:srgbClr val="48506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datetime.time</a:t>
            </a: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 instance. Accepts the same auto-population options as </a:t>
            </a:r>
            <a:r>
              <a:rPr b="1" lang="en-US" sz="1800" u="sng">
                <a:solidFill>
                  <a:srgbClr val="338FFA"/>
                </a:solidFill>
                <a:latin typeface="JetBrains Mono"/>
                <a:ea typeface="JetBrains Mono"/>
                <a:cs typeface="JetBrains Mono"/>
                <a:sym typeface="JetBrains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DateField</a:t>
            </a:r>
            <a:r>
              <a:rPr lang="en-US" sz="1800">
                <a:solidFill>
                  <a:srgbClr val="48506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3858" y="4306901"/>
            <a:ext cx="6988561" cy="1046975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 txBox="1"/>
          <p:nvPr>
            <p:ph type="ctrTitle"/>
          </p:nvPr>
        </p:nvSpPr>
        <p:spPr>
          <a:xfrm>
            <a:off x="1683171" y="2650434"/>
            <a:ext cx="8825658" cy="1133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</a:pPr>
            <a:r>
              <a:rPr lang="en-US" sz="7200"/>
              <a:t>Thanks for Reading</a:t>
            </a:r>
            <a:endParaRPr/>
          </a:p>
        </p:txBody>
      </p:sp>
      <p:sp>
        <p:nvSpPr>
          <p:cNvPr id="349" name="Google Shape;349;p1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 Boardroom">
  <a:themeElements>
    <a:clrScheme name="Aspect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2021-12-18T06:39:36Z</dcterms:created>
  <dc:creator>Babar Ali</dc:creator>
</cp:coreProperties>
</file>