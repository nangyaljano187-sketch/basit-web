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82" r:id="rId2"/>
    <p:sldId id="283" r:id="rId3"/>
    <p:sldId id="257" r:id="rId4"/>
    <p:sldId id="284" r:id="rId5"/>
    <p:sldId id="285" r:id="rId6"/>
    <p:sldId id="286" r:id="rId7"/>
    <p:sldId id="287" r:id="rId8"/>
    <p:sldId id="288" r:id="rId9"/>
    <p:sldId id="293" r:id="rId10"/>
    <p:sldId id="289" r:id="rId11"/>
    <p:sldId id="291" r:id="rId12"/>
    <p:sldId id="290" r:id="rId13"/>
    <p:sldId id="29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3/1/2022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3/1/2022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10035784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3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Django “URLS.py” and “VIEWS.py” File</a:t>
            </a:r>
            <a:endParaRPr lang="en-US" sz="60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URLS?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351585" y="2357873"/>
            <a:ext cx="9953723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Every page on the Internet needs its own </a:t>
            </a:r>
            <a:r>
              <a:rPr lang="en-US" b="1" dirty="0"/>
              <a:t>URL</a:t>
            </a:r>
            <a:r>
              <a:rPr lang="en-US" dirty="0"/>
              <a:t>. This way your application knows what it should show to a user who opens that URL. In Django, we use something called </a:t>
            </a:r>
            <a:r>
              <a:rPr lang="en-US" b="1" dirty="0" err="1"/>
              <a:t>URLconf</a:t>
            </a:r>
            <a:r>
              <a:rPr lang="en-US" dirty="0"/>
              <a:t> (URL configuration). </a:t>
            </a:r>
            <a:r>
              <a:rPr lang="en-US" b="1" dirty="0" err="1"/>
              <a:t>URLconf</a:t>
            </a:r>
            <a:r>
              <a:rPr lang="en-US" dirty="0"/>
              <a:t> is a set of patterns that Django will try to match the requested URL to find the correct view.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Every page is own URL there have a 4 pages have a 4 URLS.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0E6AD-C6AB-4753-8803-DBD430F962E7}"/>
              </a:ext>
            </a:extLst>
          </p:cNvPr>
          <p:cNvSpPr/>
          <p:nvPr/>
        </p:nvSpPr>
        <p:spPr>
          <a:xfrm>
            <a:off x="1870362" y="4668983"/>
            <a:ext cx="1343891" cy="1440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Facebook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2A8685-AB99-403D-8C7A-68CB9E271747}"/>
              </a:ext>
            </a:extLst>
          </p:cNvPr>
          <p:cNvSpPr/>
          <p:nvPr/>
        </p:nvSpPr>
        <p:spPr>
          <a:xfrm>
            <a:off x="4294908" y="4667526"/>
            <a:ext cx="1343891" cy="1440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7245F-DB41-4A8B-8C36-7FB7B534A100}"/>
              </a:ext>
            </a:extLst>
          </p:cNvPr>
          <p:cNvSpPr/>
          <p:nvPr/>
        </p:nvSpPr>
        <p:spPr>
          <a:xfrm>
            <a:off x="6719454" y="4667526"/>
            <a:ext cx="1343891" cy="1440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Settings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42C49-9B77-4056-AE79-4CFA59E9526F}"/>
              </a:ext>
            </a:extLst>
          </p:cNvPr>
          <p:cNvSpPr/>
          <p:nvPr/>
        </p:nvSpPr>
        <p:spPr>
          <a:xfrm>
            <a:off x="9144000" y="4652214"/>
            <a:ext cx="1343891" cy="1440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Pages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DC909C82-26AC-432C-B58F-0EEFA0F0A1EB}"/>
              </a:ext>
            </a:extLst>
          </p:cNvPr>
          <p:cNvSpPr/>
          <p:nvPr/>
        </p:nvSpPr>
        <p:spPr>
          <a:xfrm>
            <a:off x="3214253" y="5206395"/>
            <a:ext cx="1080655" cy="332509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B6C9BB3-91D4-4C38-B943-4C4815FD812E}"/>
              </a:ext>
            </a:extLst>
          </p:cNvPr>
          <p:cNvSpPr/>
          <p:nvPr/>
        </p:nvSpPr>
        <p:spPr>
          <a:xfrm>
            <a:off x="5638799" y="5189624"/>
            <a:ext cx="1080655" cy="332509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E8E12991-EC34-4C66-9E54-FFC982B1976E}"/>
              </a:ext>
            </a:extLst>
          </p:cNvPr>
          <p:cNvSpPr/>
          <p:nvPr/>
        </p:nvSpPr>
        <p:spPr>
          <a:xfrm>
            <a:off x="8063345" y="5189623"/>
            <a:ext cx="1080655" cy="332509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URLS?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04B54-300C-43B7-82E0-EF58676A96A3}"/>
              </a:ext>
            </a:extLst>
          </p:cNvPr>
          <p:cNvSpPr txBox="1"/>
          <p:nvPr/>
        </p:nvSpPr>
        <p:spPr>
          <a:xfrm>
            <a:off x="1413162" y="2417627"/>
            <a:ext cx="9906001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A URL is a web address. You can see a URL every time you visit a website – it is visible in your browser's address bar.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(Yes! </a:t>
            </a:r>
            <a:r>
              <a:rPr lang="en-US" b="1" dirty="0"/>
              <a:t>127.0.0.1:8000</a:t>
            </a:r>
            <a:r>
              <a:rPr lang="en-US" dirty="0"/>
              <a:t> is a URL! And </a:t>
            </a:r>
            <a:r>
              <a:rPr lang="en-US" b="1" dirty="0"/>
              <a:t>https://djangogirls.org</a:t>
            </a:r>
            <a:r>
              <a:rPr lang="en-US" dirty="0"/>
              <a:t> is also a URL.)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95D33B-6BDC-4482-BC49-D773C2F6C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322" y="4139683"/>
            <a:ext cx="8460225" cy="49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1930E2C-8FA9-47FA-9367-86C3E5DE3AD9}"/>
              </a:ext>
            </a:extLst>
          </p:cNvPr>
          <p:cNvSpPr txBox="1"/>
          <p:nvPr/>
        </p:nvSpPr>
        <p:spPr>
          <a:xfrm>
            <a:off x="2673540" y="5250873"/>
            <a:ext cx="2925620" cy="7841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This is called URLS for your Django home screen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5EA4AD-ABEB-41C3-8D7F-AB32794DDB82}"/>
              </a:ext>
            </a:extLst>
          </p:cNvPr>
          <p:cNvCxnSpPr>
            <a:cxnSpLocks/>
          </p:cNvCxnSpPr>
          <p:nvPr/>
        </p:nvCxnSpPr>
        <p:spPr>
          <a:xfrm>
            <a:off x="4136350" y="4502727"/>
            <a:ext cx="0" cy="748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1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How URLS Works Diagram?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351585" y="2357873"/>
            <a:ext cx="9953723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following diagram shows how the URLS work on any backend languages.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9B628-42A8-46D4-8FE3-F8631B53E35D}"/>
              </a:ext>
            </a:extLst>
          </p:cNvPr>
          <p:cNvSpPr/>
          <p:nvPr/>
        </p:nvSpPr>
        <p:spPr>
          <a:xfrm>
            <a:off x="5389416" y="3783891"/>
            <a:ext cx="1413164" cy="10997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URL</a:t>
            </a:r>
          </a:p>
          <a:p>
            <a:pPr algn="ctr"/>
            <a:r>
              <a:rPr lang="en-US" sz="1200" b="1" dirty="0"/>
              <a:t>Facebook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FC0E5-BE98-48C9-A555-4D8E81B6BBD7}"/>
              </a:ext>
            </a:extLst>
          </p:cNvPr>
          <p:cNvSpPr/>
          <p:nvPr/>
        </p:nvSpPr>
        <p:spPr>
          <a:xfrm>
            <a:off x="2687780" y="3186545"/>
            <a:ext cx="1163781" cy="127076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 1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Profile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6EEA82-3C4E-41F2-A8EC-BDD44D3DCA0B}"/>
              </a:ext>
            </a:extLst>
          </p:cNvPr>
          <p:cNvSpPr/>
          <p:nvPr/>
        </p:nvSpPr>
        <p:spPr>
          <a:xfrm>
            <a:off x="2687780" y="4830797"/>
            <a:ext cx="1163781" cy="127076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 2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Settings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474227-28F6-428D-900C-053A64A21F2E}"/>
              </a:ext>
            </a:extLst>
          </p:cNvPr>
          <p:cNvSpPr/>
          <p:nvPr/>
        </p:nvSpPr>
        <p:spPr>
          <a:xfrm>
            <a:off x="8340437" y="4830797"/>
            <a:ext cx="1163781" cy="127076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 4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Groups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10E9BB-E9FD-41EF-B5CF-0EFBE44A675B}"/>
              </a:ext>
            </a:extLst>
          </p:cNvPr>
          <p:cNvCxnSpPr>
            <a:stCxn id="11" idx="3"/>
            <a:endCxn id="4" idx="2"/>
          </p:cNvCxnSpPr>
          <p:nvPr/>
        </p:nvCxnSpPr>
        <p:spPr>
          <a:xfrm>
            <a:off x="3851561" y="3821930"/>
            <a:ext cx="1537855" cy="511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01A770-0405-4FA4-A77E-B96E829E010E}"/>
              </a:ext>
            </a:extLst>
          </p:cNvPr>
          <p:cNvCxnSpPr>
            <a:cxnSpLocks/>
            <a:stCxn id="16" idx="3"/>
            <a:endCxn id="4" idx="2"/>
          </p:cNvCxnSpPr>
          <p:nvPr/>
        </p:nvCxnSpPr>
        <p:spPr>
          <a:xfrm flipV="1">
            <a:off x="3851561" y="4333751"/>
            <a:ext cx="1537855" cy="113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BDFEA8-A749-4A5C-B19E-D422AE3FDD8F}"/>
              </a:ext>
            </a:extLst>
          </p:cNvPr>
          <p:cNvCxnSpPr>
            <a:cxnSpLocks/>
            <a:stCxn id="18" idx="1"/>
            <a:endCxn id="4" idx="6"/>
          </p:cNvCxnSpPr>
          <p:nvPr/>
        </p:nvCxnSpPr>
        <p:spPr>
          <a:xfrm flipH="1" flipV="1">
            <a:off x="6802580" y="4333751"/>
            <a:ext cx="1537857" cy="113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048DB4-D452-46AF-854B-68A3FA9352F7}"/>
              </a:ext>
            </a:extLst>
          </p:cNvPr>
          <p:cNvCxnSpPr>
            <a:cxnSpLocks/>
            <a:endCxn id="4" idx="6"/>
          </p:cNvCxnSpPr>
          <p:nvPr/>
        </p:nvCxnSpPr>
        <p:spPr>
          <a:xfrm flipH="1">
            <a:off x="6802580" y="3821929"/>
            <a:ext cx="1537855" cy="511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2D5DBF6-6B74-4F52-9AFE-16371B13A163}"/>
              </a:ext>
            </a:extLst>
          </p:cNvPr>
          <p:cNvSpPr/>
          <p:nvPr/>
        </p:nvSpPr>
        <p:spPr>
          <a:xfrm>
            <a:off x="5514107" y="5248947"/>
            <a:ext cx="1163781" cy="12707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 5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Password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CCEF13-2750-48DF-A837-63B8CFB91128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095998" y="4859635"/>
            <a:ext cx="0" cy="38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80E975-D1DA-42D0-BF9F-BD099B9223AF}"/>
              </a:ext>
            </a:extLst>
          </p:cNvPr>
          <p:cNvCxnSpPr>
            <a:cxnSpLocks/>
          </p:cNvCxnSpPr>
          <p:nvPr/>
        </p:nvCxnSpPr>
        <p:spPr>
          <a:xfrm>
            <a:off x="2687780" y="3614109"/>
            <a:ext cx="11637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0A3B18-DBAC-4402-894A-4D981D0C0F67}"/>
              </a:ext>
            </a:extLst>
          </p:cNvPr>
          <p:cNvCxnSpPr>
            <a:cxnSpLocks/>
          </p:cNvCxnSpPr>
          <p:nvPr/>
        </p:nvCxnSpPr>
        <p:spPr>
          <a:xfrm>
            <a:off x="2687780" y="5248947"/>
            <a:ext cx="11637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1BA893-0D57-49CA-AA04-7C05EDF207D5}"/>
              </a:ext>
            </a:extLst>
          </p:cNvPr>
          <p:cNvCxnSpPr>
            <a:cxnSpLocks/>
          </p:cNvCxnSpPr>
          <p:nvPr/>
        </p:nvCxnSpPr>
        <p:spPr>
          <a:xfrm>
            <a:off x="8354292" y="5248947"/>
            <a:ext cx="11499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5115A8-D6E9-4CBE-96AE-2079954C0B12}"/>
              </a:ext>
            </a:extLst>
          </p:cNvPr>
          <p:cNvCxnSpPr>
            <a:cxnSpLocks/>
          </p:cNvCxnSpPr>
          <p:nvPr/>
        </p:nvCxnSpPr>
        <p:spPr>
          <a:xfrm>
            <a:off x="5527962" y="5692292"/>
            <a:ext cx="11499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DE871BE-9F45-429C-8FC8-7775ACF1E983}"/>
              </a:ext>
            </a:extLst>
          </p:cNvPr>
          <p:cNvSpPr/>
          <p:nvPr/>
        </p:nvSpPr>
        <p:spPr>
          <a:xfrm>
            <a:off x="8371342" y="3186544"/>
            <a:ext cx="1163781" cy="127076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 3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About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F80D07-70F9-4405-AA66-48B9E183DDF8}"/>
              </a:ext>
            </a:extLst>
          </p:cNvPr>
          <p:cNvCxnSpPr>
            <a:cxnSpLocks/>
          </p:cNvCxnSpPr>
          <p:nvPr/>
        </p:nvCxnSpPr>
        <p:spPr>
          <a:xfrm>
            <a:off x="8371342" y="3614108"/>
            <a:ext cx="11637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35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How do URLS work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03156" y="2413291"/>
            <a:ext cx="9385688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Let's open up the </a:t>
            </a:r>
            <a:r>
              <a:rPr lang="en-US" b="1" dirty="0"/>
              <a:t>mysite/urls.py</a:t>
            </a:r>
            <a:r>
              <a:rPr lang="en-US" dirty="0"/>
              <a:t> file in your code editor of choice and see what it looks like: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487463" y="3897320"/>
            <a:ext cx="5370538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'admin/'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487463" y="3436754"/>
            <a:ext cx="5370538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</p:spTree>
    <p:extLst>
      <p:ext uri="{BB962C8B-B14F-4D97-AF65-F5344CB8AC3E}">
        <p14:creationId xmlns:p14="http://schemas.microsoft.com/office/powerpoint/2010/main" val="419187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How do URLS work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03156" y="3868828"/>
            <a:ext cx="9385688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line means that for every URL that starts with </a:t>
            </a:r>
            <a:r>
              <a:rPr lang="en-US" b="1" dirty="0"/>
              <a:t>admin</a:t>
            </a:r>
            <a:r>
              <a:rPr lang="en-US" dirty="0"/>
              <a:t>/, Django will find a corresponding view. In this case, we're including a lot of admin </a:t>
            </a:r>
            <a:r>
              <a:rPr lang="en-US" b="1" dirty="0"/>
              <a:t>URLs</a:t>
            </a:r>
            <a:r>
              <a:rPr lang="en-US" dirty="0"/>
              <a:t> so it isn't all packed into this small file it's more readable and cleaner.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542881" y="3072943"/>
            <a:ext cx="6659010" cy="463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'admin/'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542881" y="2612377"/>
            <a:ext cx="665901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</p:spTree>
    <p:extLst>
      <p:ext uri="{BB962C8B-B14F-4D97-AF65-F5344CB8AC3E}">
        <p14:creationId xmlns:p14="http://schemas.microsoft.com/office/powerpoint/2010/main" val="100735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Create a First URL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87461" y="3999311"/>
            <a:ext cx="6714430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is your first URL you have created.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542881" y="3072943"/>
            <a:ext cx="6659010" cy="463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542881" y="2612377"/>
            <a:ext cx="665901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</p:spTree>
    <p:extLst>
      <p:ext uri="{BB962C8B-B14F-4D97-AF65-F5344CB8AC3E}">
        <p14:creationId xmlns:p14="http://schemas.microsoft.com/office/powerpoint/2010/main" val="311056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View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303582" y="2433746"/>
            <a:ext cx="9584836" cy="170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the Django framework, </a:t>
            </a:r>
            <a:r>
              <a:rPr lang="en-US" b="1" dirty="0"/>
              <a:t>views</a:t>
            </a:r>
            <a:r>
              <a:rPr lang="en-US" dirty="0"/>
              <a:t> are Python </a:t>
            </a:r>
            <a:r>
              <a:rPr lang="en-US" b="1" dirty="0"/>
              <a:t>functions</a:t>
            </a:r>
            <a:r>
              <a:rPr lang="en-US" dirty="0"/>
              <a:t> or </a:t>
            </a:r>
            <a:r>
              <a:rPr lang="en-US" b="1" dirty="0"/>
              <a:t>classes</a:t>
            </a:r>
            <a:r>
              <a:rPr lang="en-US" dirty="0"/>
              <a:t> that receive a web </a:t>
            </a:r>
            <a:r>
              <a:rPr lang="en-US" b="1" dirty="0"/>
              <a:t>request</a:t>
            </a:r>
            <a:r>
              <a:rPr lang="en-US" dirty="0"/>
              <a:t> and return a web </a:t>
            </a:r>
            <a:r>
              <a:rPr lang="en-US" b="1" dirty="0"/>
              <a:t>response</a:t>
            </a:r>
            <a:r>
              <a:rPr lang="en-US" dirty="0"/>
              <a:t>. The </a:t>
            </a:r>
            <a:r>
              <a:rPr lang="en-US" b="1" dirty="0"/>
              <a:t>response</a:t>
            </a:r>
            <a:r>
              <a:rPr lang="en-US" dirty="0"/>
              <a:t> can be a simple </a:t>
            </a:r>
            <a:r>
              <a:rPr lang="en-US" b="1" dirty="0"/>
              <a:t>HTTP</a:t>
            </a:r>
            <a:r>
              <a:rPr lang="en-US" dirty="0"/>
              <a:t> </a:t>
            </a:r>
            <a:r>
              <a:rPr lang="en-US" b="1" dirty="0"/>
              <a:t>response</a:t>
            </a:r>
            <a:r>
              <a:rPr lang="en-US" dirty="0"/>
              <a:t>, an HTML template </a:t>
            </a:r>
            <a:r>
              <a:rPr lang="en-US" b="1" dirty="0"/>
              <a:t>response</a:t>
            </a:r>
            <a:r>
              <a:rPr lang="en-US" dirty="0"/>
              <a:t>, or an </a:t>
            </a:r>
            <a:r>
              <a:rPr lang="en-US" b="1" dirty="0"/>
              <a:t>HTTP</a:t>
            </a:r>
            <a:r>
              <a:rPr lang="en-US" dirty="0"/>
              <a:t> </a:t>
            </a:r>
            <a:r>
              <a:rPr lang="en-US" b="1" dirty="0"/>
              <a:t>redirect</a:t>
            </a:r>
            <a:r>
              <a:rPr lang="en-US" dirty="0"/>
              <a:t> </a:t>
            </a:r>
            <a:r>
              <a:rPr lang="en-US" b="1" dirty="0"/>
              <a:t>response</a:t>
            </a:r>
            <a:r>
              <a:rPr lang="en-US" dirty="0"/>
              <a:t> that redirects a user to another page.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05319-A4E1-4BFC-9A6E-36E89AD96B20}"/>
              </a:ext>
            </a:extLst>
          </p:cNvPr>
          <p:cNvSpPr/>
          <p:nvPr/>
        </p:nvSpPr>
        <p:spPr>
          <a:xfrm>
            <a:off x="2410690" y="4458741"/>
            <a:ext cx="1801088" cy="19119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0D5093-D05E-4326-8C83-5F81260DA548}"/>
              </a:ext>
            </a:extLst>
          </p:cNvPr>
          <p:cNvSpPr/>
          <p:nvPr/>
        </p:nvSpPr>
        <p:spPr>
          <a:xfrm>
            <a:off x="5680360" y="4458741"/>
            <a:ext cx="1662545" cy="19119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D02994-E571-4AAB-A77C-6E1286AF89C7}"/>
              </a:ext>
            </a:extLst>
          </p:cNvPr>
          <p:cNvSpPr/>
          <p:nvPr/>
        </p:nvSpPr>
        <p:spPr>
          <a:xfrm>
            <a:off x="8810233" y="4458741"/>
            <a:ext cx="1662545" cy="1911926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127.0.0.0:8000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Web Page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BF343DD4-E968-4487-BF1F-91CD3B02ECD2}"/>
              </a:ext>
            </a:extLst>
          </p:cNvPr>
          <p:cNvSpPr/>
          <p:nvPr/>
        </p:nvSpPr>
        <p:spPr>
          <a:xfrm>
            <a:off x="4210524" y="5223164"/>
            <a:ext cx="1467328" cy="498763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 Function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2A5729-F84E-4909-8FA7-C191305779C2}"/>
              </a:ext>
            </a:extLst>
          </p:cNvPr>
          <p:cNvCxnSpPr>
            <a:cxnSpLocks/>
          </p:cNvCxnSpPr>
          <p:nvPr/>
        </p:nvCxnSpPr>
        <p:spPr>
          <a:xfrm flipH="1">
            <a:off x="7342905" y="4890655"/>
            <a:ext cx="14673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7E6EBC-A1E4-46FD-94C6-1D220E2F9F40}"/>
              </a:ext>
            </a:extLst>
          </p:cNvPr>
          <p:cNvCxnSpPr>
            <a:cxnSpLocks/>
          </p:cNvCxnSpPr>
          <p:nvPr/>
        </p:nvCxnSpPr>
        <p:spPr>
          <a:xfrm>
            <a:off x="7342905" y="5874329"/>
            <a:ext cx="14673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35C1FC-DDF1-4363-9CF4-50B35FA3BCB9}"/>
              </a:ext>
            </a:extLst>
          </p:cNvPr>
          <p:cNvSpPr txBox="1"/>
          <p:nvPr/>
        </p:nvSpPr>
        <p:spPr>
          <a:xfrm>
            <a:off x="7704381" y="4514018"/>
            <a:ext cx="940855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Request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A8B3D0-4006-4BDC-9288-3DCA0600425E}"/>
              </a:ext>
            </a:extLst>
          </p:cNvPr>
          <p:cNvSpPr txBox="1"/>
          <p:nvPr/>
        </p:nvSpPr>
        <p:spPr>
          <a:xfrm>
            <a:off x="7570248" y="5456506"/>
            <a:ext cx="1012642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1986487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Create First Function in Django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45896" y="4622764"/>
            <a:ext cx="9582322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is you first Django function. In the previous chapter we have discuss about function what is function how it works. If you don’t read the function slide I suggest you to read function in Python section.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542881" y="3072943"/>
            <a:ext cx="6659010" cy="12003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 Screen"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542881" y="2612377"/>
            <a:ext cx="665901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</p:spTree>
    <p:extLst>
      <p:ext uri="{BB962C8B-B14F-4D97-AF65-F5344CB8AC3E}">
        <p14:creationId xmlns:p14="http://schemas.microsoft.com/office/powerpoint/2010/main" val="399717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How to import views.py in urls.py?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89317" y="5100753"/>
            <a:ext cx="9582322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“from . Import views” line import the “views.py” file in “urls.py” file.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293499" y="3017525"/>
            <a:ext cx="4802501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'admin/'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293499" y="2556959"/>
            <a:ext cx="4802501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9C38E-8216-4110-B66C-B9E2ECDAABBE}"/>
              </a:ext>
            </a:extLst>
          </p:cNvPr>
          <p:cNvSpPr txBox="1"/>
          <p:nvPr/>
        </p:nvSpPr>
        <p:spPr>
          <a:xfrm>
            <a:off x="6724480" y="3017525"/>
            <a:ext cx="4802501" cy="1138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 Screen"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B4F86-00CC-4FB1-A73A-AC8830AC042C}"/>
              </a:ext>
            </a:extLst>
          </p:cNvPr>
          <p:cNvSpPr txBox="1"/>
          <p:nvPr/>
        </p:nvSpPr>
        <p:spPr>
          <a:xfrm>
            <a:off x="6724480" y="2556959"/>
            <a:ext cx="4802501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D568065-FD55-416A-A551-DA164B9B19D7}"/>
              </a:ext>
            </a:extLst>
          </p:cNvPr>
          <p:cNvSpPr/>
          <p:nvPr/>
        </p:nvSpPr>
        <p:spPr>
          <a:xfrm>
            <a:off x="3837709" y="3107380"/>
            <a:ext cx="2886771" cy="203166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9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“From . Import Views”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82661" y="3632111"/>
            <a:ext cx="5966283" cy="2394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The “</a:t>
            </a:r>
            <a:r>
              <a:rPr lang="en-US" b="1" dirty="0"/>
              <a:t>.</a:t>
            </a:r>
            <a:r>
              <a:rPr lang="en-US" dirty="0"/>
              <a:t>” means current directory. The real meaning is import the current directory “</a:t>
            </a:r>
            <a:r>
              <a:rPr lang="en-US" b="1" dirty="0"/>
              <a:t>views.py</a:t>
            </a:r>
            <a:r>
              <a:rPr lang="en-US" dirty="0"/>
              <a:t>” file in “</a:t>
            </a:r>
            <a:r>
              <a:rPr lang="en-US" b="1" dirty="0"/>
              <a:t>urls.py</a:t>
            </a:r>
            <a:r>
              <a:rPr lang="en-US" dirty="0"/>
              <a:t>” file.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The current directory means that the files exist in that folder that have already exist in “urls.py” file.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293499" y="3017525"/>
            <a:ext cx="5855445" cy="4001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sz="20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endParaRPr lang="en-US" sz="20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293499" y="2556959"/>
            <a:ext cx="5855445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62054-BA0E-4870-AEEA-FD27A431B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002" y="2584409"/>
            <a:ext cx="2377213" cy="3621246"/>
          </a:xfrm>
          <a:prstGeom prst="rect">
            <a:avLst/>
          </a:prstGeom>
        </p:spPr>
      </p:pic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37C36D77-074B-49DB-920F-F0C6407F31E0}"/>
              </a:ext>
            </a:extLst>
          </p:cNvPr>
          <p:cNvSpPr/>
          <p:nvPr/>
        </p:nvSpPr>
        <p:spPr>
          <a:xfrm>
            <a:off x="7693755" y="4599710"/>
            <a:ext cx="637309" cy="221673"/>
          </a:xfrm>
          <a:prstGeom prst="striped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Striped Right 18">
            <a:extLst>
              <a:ext uri="{FF2B5EF4-FFF2-40B4-BE49-F238E27FC236}">
                <a16:creationId xmlns:a16="http://schemas.microsoft.com/office/drawing/2014/main" id="{3790CD9B-A49A-482C-A79D-87D3CF9E42A7}"/>
              </a:ext>
            </a:extLst>
          </p:cNvPr>
          <p:cNvSpPr/>
          <p:nvPr/>
        </p:nvSpPr>
        <p:spPr>
          <a:xfrm>
            <a:off x="7679899" y="4918105"/>
            <a:ext cx="637309" cy="221673"/>
          </a:xfrm>
          <a:prstGeom prst="striped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</a:t>
            </a:r>
            <a:r>
              <a:rPr lang="en-US" dirty="0" err="1">
                <a:latin typeface="Arial Rounded MT Bold" panose="020F0704030504030204" pitchFamily="34" charset="0"/>
              </a:rPr>
              <a:t>HttpResponse</a:t>
            </a:r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4" y="2537602"/>
            <a:ext cx="10035785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 err="1"/>
              <a:t>HttpResponse</a:t>
            </a:r>
            <a:r>
              <a:rPr lang="en-US" dirty="0"/>
              <a:t> is a built-in library. In </a:t>
            </a:r>
            <a:r>
              <a:rPr lang="en-US" b="1" dirty="0" err="1"/>
              <a:t>HttpResponse</a:t>
            </a:r>
            <a:r>
              <a:rPr lang="en-US" dirty="0"/>
              <a:t> library is used to return the text and show in the HTML page. You have import </a:t>
            </a:r>
            <a:r>
              <a:rPr lang="en-US" b="1" dirty="0" err="1"/>
              <a:t>HttpResponse</a:t>
            </a:r>
            <a:r>
              <a:rPr lang="en-US" dirty="0"/>
              <a:t> in the following method.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38900-8092-4FCF-B294-3BCB13317BF0}"/>
              </a:ext>
            </a:extLst>
          </p:cNvPr>
          <p:cNvSpPr txBox="1"/>
          <p:nvPr/>
        </p:nvSpPr>
        <p:spPr>
          <a:xfrm>
            <a:off x="1542880" y="4153601"/>
            <a:ext cx="5550647" cy="12003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 Screen"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129CBF-F199-42F0-B031-F3871B459D96}"/>
              </a:ext>
            </a:extLst>
          </p:cNvPr>
          <p:cNvSpPr txBox="1"/>
          <p:nvPr/>
        </p:nvSpPr>
        <p:spPr>
          <a:xfrm>
            <a:off x="1542880" y="3693035"/>
            <a:ext cx="5550647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</p:spTree>
    <p:extLst>
      <p:ext uri="{BB962C8B-B14F-4D97-AF65-F5344CB8AC3E}">
        <p14:creationId xmlns:p14="http://schemas.microsoft.com/office/powerpoint/2010/main" val="3027994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HTTP library Methods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4" y="2537602"/>
            <a:ext cx="10035785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 </a:t>
            </a:r>
            <a:r>
              <a:rPr lang="en-US" b="1" dirty="0"/>
              <a:t>http</a:t>
            </a:r>
            <a:r>
              <a:rPr lang="en-US" dirty="0"/>
              <a:t> library have a lot of function you have used in project some are given: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B4C09-354B-4B8A-9CCA-07265F0B901A}"/>
              </a:ext>
            </a:extLst>
          </p:cNvPr>
          <p:cNvSpPr txBox="1"/>
          <p:nvPr/>
        </p:nvSpPr>
        <p:spPr>
          <a:xfrm>
            <a:off x="1542881" y="3696393"/>
            <a:ext cx="6755992" cy="2540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Http404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HttpResponseNotFound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HttpResponseBadRequest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HttpResponseNotAllowed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HttpResponseRedirect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E6000-3EAE-4A34-898A-ADD0AC9BCBCE}"/>
              </a:ext>
            </a:extLst>
          </p:cNvPr>
          <p:cNvSpPr txBox="1"/>
          <p:nvPr/>
        </p:nvSpPr>
        <p:spPr>
          <a:xfrm>
            <a:off x="1542881" y="3235827"/>
            <a:ext cx="675599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</p:spTree>
    <p:extLst>
      <p:ext uri="{BB962C8B-B14F-4D97-AF65-F5344CB8AC3E}">
        <p14:creationId xmlns:p14="http://schemas.microsoft.com/office/powerpoint/2010/main" val="278642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809</TotalTime>
  <Words>816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3  Django “URLS.py” and “VIEWS.py” File</vt:lpstr>
      <vt:lpstr>What is URLS?</vt:lpstr>
      <vt:lpstr>What is URLS?</vt:lpstr>
      <vt:lpstr>How URLS Works Diagram?</vt:lpstr>
      <vt:lpstr>How do URLS work in Django?</vt:lpstr>
      <vt:lpstr>How do URLS work in Django?</vt:lpstr>
      <vt:lpstr>Create a First URL in Django?</vt:lpstr>
      <vt:lpstr>What is View in Django?</vt:lpstr>
      <vt:lpstr>Create First Function in Django</vt:lpstr>
      <vt:lpstr>How to import views.py in urls.py?</vt:lpstr>
      <vt:lpstr>“From . Import Views”</vt:lpstr>
      <vt:lpstr>What is HttpResponse?</vt:lpstr>
      <vt:lpstr>HTTP library Methods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552</cp:revision>
  <dcterms:created xsi:type="dcterms:W3CDTF">2021-12-18T06:39:36Z</dcterms:created>
  <dcterms:modified xsi:type="dcterms:W3CDTF">2022-03-01T10:57:38Z</dcterms:modified>
</cp:coreProperties>
</file>