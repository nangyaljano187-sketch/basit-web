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82" r:id="rId2"/>
    <p:sldId id="257" r:id="rId3"/>
    <p:sldId id="284" r:id="rId4"/>
    <p:sldId id="285" r:id="rId5"/>
    <p:sldId id="292" r:id="rId6"/>
    <p:sldId id="283" r:id="rId7"/>
    <p:sldId id="291" r:id="rId8"/>
    <p:sldId id="288" r:id="rId9"/>
    <p:sldId id="293" r:id="rId10"/>
    <p:sldId id="294" r:id="rId11"/>
    <p:sldId id="295" r:id="rId12"/>
    <p:sldId id="296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457B89-131A-4584-8AE5-C34B5C1F108A}" type="doc">
      <dgm:prSet loTypeId="urn:microsoft.com/office/officeart/2005/8/layout/vList3" loCatId="picture" qsTypeId="urn:microsoft.com/office/officeart/2005/8/quickstyle/3d3" qsCatId="3D" csTypeId="urn:microsoft.com/office/officeart/2005/8/colors/colorful2" csCatId="colorful" phldr="1"/>
      <dgm:spPr/>
    </dgm:pt>
    <dgm:pt modelId="{9B5FB912-920D-4D5F-9DEA-25E2EACA846E}">
      <dgm:prSet phldrT="[Text]"/>
      <dgm:spPr/>
      <dgm:t>
        <a:bodyPr/>
        <a:lstStyle/>
        <a:p>
          <a:pPr algn="l"/>
          <a:r>
            <a:rPr lang="en-US" dirty="0"/>
            <a:t>Instagram in Django</a:t>
          </a:r>
        </a:p>
      </dgm:t>
    </dgm:pt>
    <dgm:pt modelId="{15F683B9-5434-4D51-9664-7FCE54CACE94}" type="parTrans" cxnId="{49726FC2-9C98-4959-A7AF-7E0C6192D62F}">
      <dgm:prSet/>
      <dgm:spPr/>
      <dgm:t>
        <a:bodyPr/>
        <a:lstStyle/>
        <a:p>
          <a:endParaRPr lang="en-US"/>
        </a:p>
      </dgm:t>
    </dgm:pt>
    <dgm:pt modelId="{D574E15D-FB5A-49D4-89C4-B2EA080C8695}" type="sibTrans" cxnId="{49726FC2-9C98-4959-A7AF-7E0C6192D62F}">
      <dgm:prSet/>
      <dgm:spPr/>
      <dgm:t>
        <a:bodyPr/>
        <a:lstStyle/>
        <a:p>
          <a:endParaRPr lang="en-US"/>
        </a:p>
      </dgm:t>
    </dgm:pt>
    <dgm:pt modelId="{E1BE6120-CC1A-43FB-9CB2-52A89616A02A}">
      <dgm:prSet phldrT="[Text]"/>
      <dgm:spPr/>
      <dgm:t>
        <a:bodyPr/>
        <a:lstStyle/>
        <a:p>
          <a:pPr algn="l"/>
          <a:r>
            <a:rPr lang="en-US" dirty="0"/>
            <a:t>Mozilla Browser in Django</a:t>
          </a:r>
        </a:p>
      </dgm:t>
    </dgm:pt>
    <dgm:pt modelId="{32D29762-3BD5-4B04-82BE-F15C9D3100BD}" type="parTrans" cxnId="{4DFD39B3-7115-48C6-A26F-95EDA88A535B}">
      <dgm:prSet/>
      <dgm:spPr/>
      <dgm:t>
        <a:bodyPr/>
        <a:lstStyle/>
        <a:p>
          <a:endParaRPr lang="en-US"/>
        </a:p>
      </dgm:t>
    </dgm:pt>
    <dgm:pt modelId="{FF9598F1-CFDE-4864-8515-EE3F28459042}" type="sibTrans" cxnId="{4DFD39B3-7115-48C6-A26F-95EDA88A535B}">
      <dgm:prSet/>
      <dgm:spPr/>
      <dgm:t>
        <a:bodyPr/>
        <a:lstStyle/>
        <a:p>
          <a:endParaRPr lang="en-US"/>
        </a:p>
      </dgm:t>
    </dgm:pt>
    <dgm:pt modelId="{C3B2DC06-BF8D-45F1-A5EF-584A9E4D54C7}">
      <dgm:prSet phldrT="[Text]"/>
      <dgm:spPr/>
      <dgm:t>
        <a:bodyPr/>
        <a:lstStyle/>
        <a:p>
          <a:pPr algn="l"/>
          <a:r>
            <a:rPr lang="en-US" dirty="0"/>
            <a:t>Pinterest in Django</a:t>
          </a:r>
        </a:p>
      </dgm:t>
    </dgm:pt>
    <dgm:pt modelId="{8C89D102-09A7-479F-B97E-93685DEF4A86}" type="parTrans" cxnId="{DFB36D02-B506-48A4-A012-4FE6FB8C45E2}">
      <dgm:prSet/>
      <dgm:spPr/>
      <dgm:t>
        <a:bodyPr/>
        <a:lstStyle/>
        <a:p>
          <a:endParaRPr lang="en-US"/>
        </a:p>
      </dgm:t>
    </dgm:pt>
    <dgm:pt modelId="{E40964D2-B480-4AD9-ACAA-E81220357D40}" type="sibTrans" cxnId="{DFB36D02-B506-48A4-A012-4FE6FB8C45E2}">
      <dgm:prSet/>
      <dgm:spPr/>
      <dgm:t>
        <a:bodyPr/>
        <a:lstStyle/>
        <a:p>
          <a:endParaRPr lang="en-US"/>
        </a:p>
      </dgm:t>
    </dgm:pt>
    <dgm:pt modelId="{975512A7-6D69-4A01-AF0A-A91ABBCB353F}">
      <dgm:prSet phldrT="[Text]"/>
      <dgm:spPr/>
      <dgm:t>
        <a:bodyPr/>
        <a:lstStyle/>
        <a:p>
          <a:pPr algn="l"/>
          <a:r>
            <a:rPr lang="en-US" dirty="0"/>
            <a:t>Bit Bucket in Django</a:t>
          </a:r>
        </a:p>
      </dgm:t>
    </dgm:pt>
    <dgm:pt modelId="{EFA84BAC-D136-4E50-B5CB-41B5F1C2C7BC}" type="parTrans" cxnId="{C773BF59-1816-4933-9139-2243DDA63AAE}">
      <dgm:prSet/>
      <dgm:spPr/>
      <dgm:t>
        <a:bodyPr/>
        <a:lstStyle/>
        <a:p>
          <a:endParaRPr lang="en-US"/>
        </a:p>
      </dgm:t>
    </dgm:pt>
    <dgm:pt modelId="{CE62FB81-92E2-448D-A305-68FA8F4B9424}" type="sibTrans" cxnId="{C773BF59-1816-4933-9139-2243DDA63AAE}">
      <dgm:prSet/>
      <dgm:spPr/>
      <dgm:t>
        <a:bodyPr/>
        <a:lstStyle/>
        <a:p>
          <a:endParaRPr lang="en-US"/>
        </a:p>
      </dgm:t>
    </dgm:pt>
    <dgm:pt modelId="{3057C3ED-FCED-4075-AEDB-0D66CC688CC8}">
      <dgm:prSet phldrT="[Text]"/>
      <dgm:spPr/>
      <dgm:t>
        <a:bodyPr/>
        <a:lstStyle/>
        <a:p>
          <a:pPr algn="l"/>
          <a:r>
            <a:rPr lang="en-US" dirty="0"/>
            <a:t>The Washington Time in Django</a:t>
          </a:r>
        </a:p>
      </dgm:t>
    </dgm:pt>
    <dgm:pt modelId="{CB5927D3-F0AF-4520-A352-E231BAECE81B}" type="parTrans" cxnId="{C19A3F83-19D8-4B95-91E6-27CB7005A576}">
      <dgm:prSet/>
      <dgm:spPr/>
      <dgm:t>
        <a:bodyPr/>
        <a:lstStyle/>
        <a:p>
          <a:endParaRPr lang="en-US"/>
        </a:p>
      </dgm:t>
    </dgm:pt>
    <dgm:pt modelId="{788B6CBB-8814-4F79-B5C1-BEAD812B5DF9}" type="sibTrans" cxnId="{C19A3F83-19D8-4B95-91E6-27CB7005A576}">
      <dgm:prSet/>
      <dgm:spPr/>
      <dgm:t>
        <a:bodyPr/>
        <a:lstStyle/>
        <a:p>
          <a:endParaRPr lang="en-US"/>
        </a:p>
      </dgm:t>
    </dgm:pt>
    <dgm:pt modelId="{F6BB871F-7D6A-4900-9331-418E8721E543}" type="pres">
      <dgm:prSet presAssocID="{98457B89-131A-4584-8AE5-C34B5C1F108A}" presName="linearFlow" presStyleCnt="0">
        <dgm:presLayoutVars>
          <dgm:dir/>
          <dgm:resizeHandles val="exact"/>
        </dgm:presLayoutVars>
      </dgm:prSet>
      <dgm:spPr/>
    </dgm:pt>
    <dgm:pt modelId="{3E477829-CEA5-41DC-AE88-F8F860174E7D}" type="pres">
      <dgm:prSet presAssocID="{9B5FB912-920D-4D5F-9DEA-25E2EACA846E}" presName="composite" presStyleCnt="0"/>
      <dgm:spPr/>
    </dgm:pt>
    <dgm:pt modelId="{FAF030BE-35BB-479C-A736-0CCDE5A13EC3}" type="pres">
      <dgm:prSet presAssocID="{9B5FB912-920D-4D5F-9DEA-25E2EACA846E}" presName="imgShp" presStyleLbl="fgImgPlace1" presStyleIdx="0" presStyleCnt="5" custLinFactNeighborY="-1411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EF60476-9FA4-4F2E-96FB-B83EC780DB1B}" type="pres">
      <dgm:prSet presAssocID="{9B5FB912-920D-4D5F-9DEA-25E2EACA846E}" presName="txShp" presStyleLbl="node1" presStyleIdx="0" presStyleCnt="5">
        <dgm:presLayoutVars>
          <dgm:bulletEnabled val="1"/>
        </dgm:presLayoutVars>
      </dgm:prSet>
      <dgm:spPr/>
    </dgm:pt>
    <dgm:pt modelId="{BE1FB544-FF8D-4391-A791-B3216D479BFE}" type="pres">
      <dgm:prSet presAssocID="{D574E15D-FB5A-49D4-89C4-B2EA080C8695}" presName="spacing" presStyleCnt="0"/>
      <dgm:spPr/>
    </dgm:pt>
    <dgm:pt modelId="{C0A5BD27-F523-4E86-99F6-D4E9A86D8054}" type="pres">
      <dgm:prSet presAssocID="{E1BE6120-CC1A-43FB-9CB2-52A89616A02A}" presName="composite" presStyleCnt="0"/>
      <dgm:spPr/>
    </dgm:pt>
    <dgm:pt modelId="{3A799E0A-E260-4DEF-BF1A-60B4CAFC5816}" type="pres">
      <dgm:prSet presAssocID="{E1BE6120-CC1A-43FB-9CB2-52A89616A02A}" presName="imgShp" presStyleLbl="fg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FDEF5854-0019-464B-8056-EE47F92C5C9F}" type="pres">
      <dgm:prSet presAssocID="{E1BE6120-CC1A-43FB-9CB2-52A89616A02A}" presName="txShp" presStyleLbl="node1" presStyleIdx="1" presStyleCnt="5">
        <dgm:presLayoutVars>
          <dgm:bulletEnabled val="1"/>
        </dgm:presLayoutVars>
      </dgm:prSet>
      <dgm:spPr/>
    </dgm:pt>
    <dgm:pt modelId="{44E2DAC1-6A37-422A-8075-F7221C6C8E49}" type="pres">
      <dgm:prSet presAssocID="{FF9598F1-CFDE-4864-8515-EE3F28459042}" presName="spacing" presStyleCnt="0"/>
      <dgm:spPr/>
    </dgm:pt>
    <dgm:pt modelId="{FE85764D-D492-4B4C-AAA7-11755E53673E}" type="pres">
      <dgm:prSet presAssocID="{C3B2DC06-BF8D-45F1-A5EF-584A9E4D54C7}" presName="composite" presStyleCnt="0"/>
      <dgm:spPr/>
    </dgm:pt>
    <dgm:pt modelId="{4E38D488-2AE8-42C1-B35F-15959B41D7F6}" type="pres">
      <dgm:prSet presAssocID="{C3B2DC06-BF8D-45F1-A5EF-584A9E4D54C7}" presName="imgShp" presStyleLbl="f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72876A1-E3CB-4ABD-823D-78CE887F2549}" type="pres">
      <dgm:prSet presAssocID="{C3B2DC06-BF8D-45F1-A5EF-584A9E4D54C7}" presName="txShp" presStyleLbl="node1" presStyleIdx="2" presStyleCnt="5">
        <dgm:presLayoutVars>
          <dgm:bulletEnabled val="1"/>
        </dgm:presLayoutVars>
      </dgm:prSet>
      <dgm:spPr/>
    </dgm:pt>
    <dgm:pt modelId="{E2409C75-9D0D-4A21-85F3-55204064748F}" type="pres">
      <dgm:prSet presAssocID="{E40964D2-B480-4AD9-ACAA-E81220357D40}" presName="spacing" presStyleCnt="0"/>
      <dgm:spPr/>
    </dgm:pt>
    <dgm:pt modelId="{B317E62C-6682-4177-B162-68F790517290}" type="pres">
      <dgm:prSet presAssocID="{975512A7-6D69-4A01-AF0A-A91ABBCB353F}" presName="composite" presStyleCnt="0"/>
      <dgm:spPr/>
    </dgm:pt>
    <dgm:pt modelId="{0EB57A8A-9C2D-4520-9E92-74FCB72A8C1F}" type="pres">
      <dgm:prSet presAssocID="{975512A7-6D69-4A01-AF0A-A91ABBCB353F}" presName="imgShp" presStyleLbl="fgImgPlace1" presStyleIdx="3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71FA15B-DA02-4D11-85EB-DD360EEF5227}" type="pres">
      <dgm:prSet presAssocID="{975512A7-6D69-4A01-AF0A-A91ABBCB353F}" presName="txShp" presStyleLbl="node1" presStyleIdx="3" presStyleCnt="5">
        <dgm:presLayoutVars>
          <dgm:bulletEnabled val="1"/>
        </dgm:presLayoutVars>
      </dgm:prSet>
      <dgm:spPr/>
    </dgm:pt>
    <dgm:pt modelId="{2F7EFED5-0B66-4454-8015-D166493C4CAE}" type="pres">
      <dgm:prSet presAssocID="{CE62FB81-92E2-448D-A305-68FA8F4B9424}" presName="spacing" presStyleCnt="0"/>
      <dgm:spPr/>
    </dgm:pt>
    <dgm:pt modelId="{FD63FAAF-9CD0-4B44-AF48-8935C15D5078}" type="pres">
      <dgm:prSet presAssocID="{3057C3ED-FCED-4075-AEDB-0D66CC688CC8}" presName="composite" presStyleCnt="0"/>
      <dgm:spPr/>
    </dgm:pt>
    <dgm:pt modelId="{398B3B4B-58A0-4C24-9EB5-BFB00C739534}" type="pres">
      <dgm:prSet presAssocID="{3057C3ED-FCED-4075-AEDB-0D66CC688CC8}" presName="imgShp" presStyleLbl="fgImgPlac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F5BD0CB-ADC2-4E23-BE96-F9F28DB6AB99}" type="pres">
      <dgm:prSet presAssocID="{3057C3ED-FCED-4075-AEDB-0D66CC688CC8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B36D02-B506-48A4-A012-4FE6FB8C45E2}" srcId="{98457B89-131A-4584-8AE5-C34B5C1F108A}" destId="{C3B2DC06-BF8D-45F1-A5EF-584A9E4D54C7}" srcOrd="2" destOrd="0" parTransId="{8C89D102-09A7-479F-B97E-93685DEF4A86}" sibTransId="{E40964D2-B480-4AD9-ACAA-E81220357D40}"/>
    <dgm:cxn modelId="{3DA8D40C-4485-48FA-A9AD-89350CF37474}" type="presOf" srcId="{E1BE6120-CC1A-43FB-9CB2-52A89616A02A}" destId="{FDEF5854-0019-464B-8056-EE47F92C5C9F}" srcOrd="0" destOrd="0" presId="urn:microsoft.com/office/officeart/2005/8/layout/vList3"/>
    <dgm:cxn modelId="{7734E23D-03D4-49AD-BC06-50918C812726}" type="presOf" srcId="{3057C3ED-FCED-4075-AEDB-0D66CC688CC8}" destId="{4F5BD0CB-ADC2-4E23-BE96-F9F28DB6AB99}" srcOrd="0" destOrd="0" presId="urn:microsoft.com/office/officeart/2005/8/layout/vList3"/>
    <dgm:cxn modelId="{0DBAFF3F-1496-4BB1-8FD8-BF5812B08E40}" type="presOf" srcId="{9B5FB912-920D-4D5F-9DEA-25E2EACA846E}" destId="{BEF60476-9FA4-4F2E-96FB-B83EC780DB1B}" srcOrd="0" destOrd="0" presId="urn:microsoft.com/office/officeart/2005/8/layout/vList3"/>
    <dgm:cxn modelId="{C773BF59-1816-4933-9139-2243DDA63AAE}" srcId="{98457B89-131A-4584-8AE5-C34B5C1F108A}" destId="{975512A7-6D69-4A01-AF0A-A91ABBCB353F}" srcOrd="3" destOrd="0" parTransId="{EFA84BAC-D136-4E50-B5CB-41B5F1C2C7BC}" sibTransId="{CE62FB81-92E2-448D-A305-68FA8F4B9424}"/>
    <dgm:cxn modelId="{C19A3F83-19D8-4B95-91E6-27CB7005A576}" srcId="{98457B89-131A-4584-8AE5-C34B5C1F108A}" destId="{3057C3ED-FCED-4075-AEDB-0D66CC688CC8}" srcOrd="4" destOrd="0" parTransId="{CB5927D3-F0AF-4520-A352-E231BAECE81B}" sibTransId="{788B6CBB-8814-4F79-B5C1-BEAD812B5DF9}"/>
    <dgm:cxn modelId="{67DFDB89-D891-4C2F-B2D2-6FA7CFDECAD6}" type="presOf" srcId="{C3B2DC06-BF8D-45F1-A5EF-584A9E4D54C7}" destId="{972876A1-E3CB-4ABD-823D-78CE887F2549}" srcOrd="0" destOrd="0" presId="urn:microsoft.com/office/officeart/2005/8/layout/vList3"/>
    <dgm:cxn modelId="{B7859E90-C823-4660-9BCE-B67CBF4CBDD4}" type="presOf" srcId="{975512A7-6D69-4A01-AF0A-A91ABBCB353F}" destId="{B71FA15B-DA02-4D11-85EB-DD360EEF5227}" srcOrd="0" destOrd="0" presId="urn:microsoft.com/office/officeart/2005/8/layout/vList3"/>
    <dgm:cxn modelId="{4DFD39B3-7115-48C6-A26F-95EDA88A535B}" srcId="{98457B89-131A-4584-8AE5-C34B5C1F108A}" destId="{E1BE6120-CC1A-43FB-9CB2-52A89616A02A}" srcOrd="1" destOrd="0" parTransId="{32D29762-3BD5-4B04-82BE-F15C9D3100BD}" sibTransId="{FF9598F1-CFDE-4864-8515-EE3F28459042}"/>
    <dgm:cxn modelId="{49726FC2-9C98-4959-A7AF-7E0C6192D62F}" srcId="{98457B89-131A-4584-8AE5-C34B5C1F108A}" destId="{9B5FB912-920D-4D5F-9DEA-25E2EACA846E}" srcOrd="0" destOrd="0" parTransId="{15F683B9-5434-4D51-9664-7FCE54CACE94}" sibTransId="{D574E15D-FB5A-49D4-89C4-B2EA080C8695}"/>
    <dgm:cxn modelId="{A9894FFC-B192-4A32-B092-2D022CF5AF6A}" type="presOf" srcId="{98457B89-131A-4584-8AE5-C34B5C1F108A}" destId="{F6BB871F-7D6A-4900-9331-418E8721E543}" srcOrd="0" destOrd="0" presId="urn:microsoft.com/office/officeart/2005/8/layout/vList3"/>
    <dgm:cxn modelId="{8E834CAD-61E0-41D7-9E47-7C688B703162}" type="presParOf" srcId="{F6BB871F-7D6A-4900-9331-418E8721E543}" destId="{3E477829-CEA5-41DC-AE88-F8F860174E7D}" srcOrd="0" destOrd="0" presId="urn:microsoft.com/office/officeart/2005/8/layout/vList3"/>
    <dgm:cxn modelId="{3C3B92CD-A05E-4C45-A6FC-280007E20A35}" type="presParOf" srcId="{3E477829-CEA5-41DC-AE88-F8F860174E7D}" destId="{FAF030BE-35BB-479C-A736-0CCDE5A13EC3}" srcOrd="0" destOrd="0" presId="urn:microsoft.com/office/officeart/2005/8/layout/vList3"/>
    <dgm:cxn modelId="{88DE1C05-8670-459B-9C5C-E99FEA639785}" type="presParOf" srcId="{3E477829-CEA5-41DC-AE88-F8F860174E7D}" destId="{BEF60476-9FA4-4F2E-96FB-B83EC780DB1B}" srcOrd="1" destOrd="0" presId="urn:microsoft.com/office/officeart/2005/8/layout/vList3"/>
    <dgm:cxn modelId="{1DCD8B9C-EDB2-41C5-8BB2-73EC1652A9AF}" type="presParOf" srcId="{F6BB871F-7D6A-4900-9331-418E8721E543}" destId="{BE1FB544-FF8D-4391-A791-B3216D479BFE}" srcOrd="1" destOrd="0" presId="urn:microsoft.com/office/officeart/2005/8/layout/vList3"/>
    <dgm:cxn modelId="{C7BD9725-B258-40E9-989B-DB7BE8C0A149}" type="presParOf" srcId="{F6BB871F-7D6A-4900-9331-418E8721E543}" destId="{C0A5BD27-F523-4E86-99F6-D4E9A86D8054}" srcOrd="2" destOrd="0" presId="urn:microsoft.com/office/officeart/2005/8/layout/vList3"/>
    <dgm:cxn modelId="{75AE375E-9AB0-4EEE-A885-2C5E2D0E599F}" type="presParOf" srcId="{C0A5BD27-F523-4E86-99F6-D4E9A86D8054}" destId="{3A799E0A-E260-4DEF-BF1A-60B4CAFC5816}" srcOrd="0" destOrd="0" presId="urn:microsoft.com/office/officeart/2005/8/layout/vList3"/>
    <dgm:cxn modelId="{07C29DE4-2F08-4B69-9B47-737EB301C174}" type="presParOf" srcId="{C0A5BD27-F523-4E86-99F6-D4E9A86D8054}" destId="{FDEF5854-0019-464B-8056-EE47F92C5C9F}" srcOrd="1" destOrd="0" presId="urn:microsoft.com/office/officeart/2005/8/layout/vList3"/>
    <dgm:cxn modelId="{EF850E76-0A9D-4214-AFCC-460F12F328F3}" type="presParOf" srcId="{F6BB871F-7D6A-4900-9331-418E8721E543}" destId="{44E2DAC1-6A37-422A-8075-F7221C6C8E49}" srcOrd="3" destOrd="0" presId="urn:microsoft.com/office/officeart/2005/8/layout/vList3"/>
    <dgm:cxn modelId="{78129855-3D04-4AC6-BE9B-07CAA43AFF29}" type="presParOf" srcId="{F6BB871F-7D6A-4900-9331-418E8721E543}" destId="{FE85764D-D492-4B4C-AAA7-11755E53673E}" srcOrd="4" destOrd="0" presId="urn:microsoft.com/office/officeart/2005/8/layout/vList3"/>
    <dgm:cxn modelId="{0DDEF69C-8FA0-4855-9BA1-76C4ED76EB6C}" type="presParOf" srcId="{FE85764D-D492-4B4C-AAA7-11755E53673E}" destId="{4E38D488-2AE8-42C1-B35F-15959B41D7F6}" srcOrd="0" destOrd="0" presId="urn:microsoft.com/office/officeart/2005/8/layout/vList3"/>
    <dgm:cxn modelId="{7495EBBD-3F7B-4BF0-A9F2-FDB961917548}" type="presParOf" srcId="{FE85764D-D492-4B4C-AAA7-11755E53673E}" destId="{972876A1-E3CB-4ABD-823D-78CE887F2549}" srcOrd="1" destOrd="0" presId="urn:microsoft.com/office/officeart/2005/8/layout/vList3"/>
    <dgm:cxn modelId="{730CB996-D7E8-433C-AC5C-A2BD7DD825D4}" type="presParOf" srcId="{F6BB871F-7D6A-4900-9331-418E8721E543}" destId="{E2409C75-9D0D-4A21-85F3-55204064748F}" srcOrd="5" destOrd="0" presId="urn:microsoft.com/office/officeart/2005/8/layout/vList3"/>
    <dgm:cxn modelId="{D16A16D8-F5B5-49FC-8881-E823DBA24ACD}" type="presParOf" srcId="{F6BB871F-7D6A-4900-9331-418E8721E543}" destId="{B317E62C-6682-4177-B162-68F790517290}" srcOrd="6" destOrd="0" presId="urn:microsoft.com/office/officeart/2005/8/layout/vList3"/>
    <dgm:cxn modelId="{7B22CA74-4024-4E4B-8286-E8F1C4678423}" type="presParOf" srcId="{B317E62C-6682-4177-B162-68F790517290}" destId="{0EB57A8A-9C2D-4520-9E92-74FCB72A8C1F}" srcOrd="0" destOrd="0" presId="urn:microsoft.com/office/officeart/2005/8/layout/vList3"/>
    <dgm:cxn modelId="{638BAB10-3B94-4674-93E9-E115C93EF019}" type="presParOf" srcId="{B317E62C-6682-4177-B162-68F790517290}" destId="{B71FA15B-DA02-4D11-85EB-DD360EEF5227}" srcOrd="1" destOrd="0" presId="urn:microsoft.com/office/officeart/2005/8/layout/vList3"/>
    <dgm:cxn modelId="{ABF0BE4A-DFF7-4CCC-885E-19BC6865CA34}" type="presParOf" srcId="{F6BB871F-7D6A-4900-9331-418E8721E543}" destId="{2F7EFED5-0B66-4454-8015-D166493C4CAE}" srcOrd="7" destOrd="0" presId="urn:microsoft.com/office/officeart/2005/8/layout/vList3"/>
    <dgm:cxn modelId="{2AF82490-4C62-41F7-862D-A4600D4185F8}" type="presParOf" srcId="{F6BB871F-7D6A-4900-9331-418E8721E543}" destId="{FD63FAAF-9CD0-4B44-AF48-8935C15D5078}" srcOrd="8" destOrd="0" presId="urn:microsoft.com/office/officeart/2005/8/layout/vList3"/>
    <dgm:cxn modelId="{8B157E02-6C60-4A5E-A145-E045BF80A416}" type="presParOf" srcId="{FD63FAAF-9CD0-4B44-AF48-8935C15D5078}" destId="{398B3B4B-58A0-4C24-9EB5-BFB00C739534}" srcOrd="0" destOrd="0" presId="urn:microsoft.com/office/officeart/2005/8/layout/vList3"/>
    <dgm:cxn modelId="{C87DB1B4-0FAE-43C6-8D89-36E8549F7A00}" type="presParOf" srcId="{FD63FAAF-9CD0-4B44-AF48-8935C15D5078}" destId="{4F5BD0CB-ADC2-4E23-BE96-F9F28DB6AB9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382998-7E82-4B1D-9744-AEE97C73410D}" type="doc">
      <dgm:prSet loTypeId="urn:microsoft.com/office/officeart/2011/layout/Circle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6D399E2-2532-4259-B3F5-B1692DBB880D}">
      <dgm:prSet phldrT="[Text]" custT="1"/>
      <dgm:spPr/>
      <dgm:t>
        <a:bodyPr/>
        <a:lstStyle/>
        <a:p>
          <a:r>
            <a:rPr lang="en-US" sz="1100" b="1" dirty="0"/>
            <a:t>Rapid Development</a:t>
          </a:r>
        </a:p>
      </dgm:t>
    </dgm:pt>
    <dgm:pt modelId="{8DC2EC9C-08CD-45D9-B20E-FE239B9B3D53}" type="parTrans" cxnId="{39B3916D-10F5-40E8-90B2-6CABF4534AF8}">
      <dgm:prSet/>
      <dgm:spPr/>
      <dgm:t>
        <a:bodyPr/>
        <a:lstStyle/>
        <a:p>
          <a:endParaRPr lang="en-US"/>
        </a:p>
      </dgm:t>
    </dgm:pt>
    <dgm:pt modelId="{2C7BDA0F-C8C3-49F7-A4F0-7EF39DAAAB6D}" type="sibTrans" cxnId="{39B3916D-10F5-40E8-90B2-6CABF4534AF8}">
      <dgm:prSet/>
      <dgm:spPr/>
      <dgm:t>
        <a:bodyPr/>
        <a:lstStyle/>
        <a:p>
          <a:endParaRPr lang="en-US"/>
        </a:p>
      </dgm:t>
    </dgm:pt>
    <dgm:pt modelId="{8552ADA4-FB48-4766-9D75-81F9EA881777}">
      <dgm:prSet phldrT="[Text]" custT="1"/>
      <dgm:spPr/>
      <dgm:t>
        <a:bodyPr/>
        <a:lstStyle/>
        <a:p>
          <a:r>
            <a:rPr lang="en-US" sz="1600" b="1" dirty="0"/>
            <a:t>Secure	</a:t>
          </a:r>
        </a:p>
      </dgm:t>
    </dgm:pt>
    <dgm:pt modelId="{2C0F965D-50EC-46C6-8E79-C4AE9D2D7A74}" type="parTrans" cxnId="{65BB2C3A-91EF-4F63-AA48-980F3CB0F81B}">
      <dgm:prSet/>
      <dgm:spPr/>
      <dgm:t>
        <a:bodyPr/>
        <a:lstStyle/>
        <a:p>
          <a:endParaRPr lang="en-US"/>
        </a:p>
      </dgm:t>
    </dgm:pt>
    <dgm:pt modelId="{791DDD9C-2425-4757-B167-E98F1FD21D49}" type="sibTrans" cxnId="{65BB2C3A-91EF-4F63-AA48-980F3CB0F81B}">
      <dgm:prSet/>
      <dgm:spPr/>
      <dgm:t>
        <a:bodyPr/>
        <a:lstStyle/>
        <a:p>
          <a:endParaRPr lang="en-US"/>
        </a:p>
      </dgm:t>
    </dgm:pt>
    <dgm:pt modelId="{4E6D2C66-747B-4181-B273-52FF0283B5D8}">
      <dgm:prSet phldrT="[Text]" custT="1"/>
      <dgm:spPr/>
      <dgm:t>
        <a:bodyPr/>
        <a:lstStyle/>
        <a:p>
          <a:r>
            <a:rPr lang="en-US" sz="1600" b="1" dirty="0"/>
            <a:t>Scalable</a:t>
          </a:r>
        </a:p>
      </dgm:t>
    </dgm:pt>
    <dgm:pt modelId="{3EF6B952-92A4-49A0-995A-4C2ED8D1184D}" type="parTrans" cxnId="{0C0658E1-B4B2-42CC-8AC2-A9015E584547}">
      <dgm:prSet/>
      <dgm:spPr/>
      <dgm:t>
        <a:bodyPr/>
        <a:lstStyle/>
        <a:p>
          <a:endParaRPr lang="en-US"/>
        </a:p>
      </dgm:t>
    </dgm:pt>
    <dgm:pt modelId="{6CB524D2-FAC7-41CB-AE2C-5965F64FA8CA}" type="sibTrans" cxnId="{0C0658E1-B4B2-42CC-8AC2-A9015E584547}">
      <dgm:prSet/>
      <dgm:spPr/>
      <dgm:t>
        <a:bodyPr/>
        <a:lstStyle/>
        <a:p>
          <a:endParaRPr lang="en-US"/>
        </a:p>
      </dgm:t>
    </dgm:pt>
    <dgm:pt modelId="{CC23C2BA-C4EA-44CC-B7F7-87EE304EF868}">
      <dgm:prSet phldrT="[Text]" custT="1"/>
      <dgm:spPr/>
      <dgm:t>
        <a:bodyPr/>
        <a:lstStyle/>
        <a:p>
          <a:r>
            <a:rPr lang="en-US" sz="1600" b="1" dirty="0"/>
            <a:t>Versatile</a:t>
          </a:r>
        </a:p>
      </dgm:t>
    </dgm:pt>
    <dgm:pt modelId="{7190689E-CA71-4CE7-AEED-5A4285A49FDF}" type="parTrans" cxnId="{AF64D1AD-A9A4-4805-BC2C-9BBB66BBCB50}">
      <dgm:prSet/>
      <dgm:spPr/>
      <dgm:t>
        <a:bodyPr/>
        <a:lstStyle/>
        <a:p>
          <a:endParaRPr lang="en-US"/>
        </a:p>
      </dgm:t>
    </dgm:pt>
    <dgm:pt modelId="{9F2173D0-1E8B-40AE-BD35-28219A704F42}" type="sibTrans" cxnId="{AF64D1AD-A9A4-4805-BC2C-9BBB66BBCB50}">
      <dgm:prSet/>
      <dgm:spPr/>
      <dgm:t>
        <a:bodyPr/>
        <a:lstStyle/>
        <a:p>
          <a:endParaRPr lang="en-US"/>
        </a:p>
      </dgm:t>
    </dgm:pt>
    <dgm:pt modelId="{D133008F-DFC5-452F-A037-3B9482E59536}">
      <dgm:prSet phldrT="[Text]" custT="1"/>
      <dgm:spPr/>
      <dgm:t>
        <a:bodyPr/>
        <a:lstStyle/>
        <a:p>
          <a:r>
            <a:rPr lang="en-US" sz="1600" b="1" dirty="0"/>
            <a:t>Open Source</a:t>
          </a:r>
        </a:p>
      </dgm:t>
    </dgm:pt>
    <dgm:pt modelId="{CFDA5F37-43C4-4FA1-BEE0-24F47D829C31}" type="parTrans" cxnId="{82CD5017-11A1-481C-8DAF-FF9778943CD2}">
      <dgm:prSet/>
      <dgm:spPr/>
      <dgm:t>
        <a:bodyPr/>
        <a:lstStyle/>
        <a:p>
          <a:endParaRPr lang="en-US"/>
        </a:p>
      </dgm:t>
    </dgm:pt>
    <dgm:pt modelId="{3805F3A1-AC95-46E7-B505-92052EF6045B}" type="sibTrans" cxnId="{82CD5017-11A1-481C-8DAF-FF9778943CD2}">
      <dgm:prSet/>
      <dgm:spPr/>
      <dgm:t>
        <a:bodyPr/>
        <a:lstStyle/>
        <a:p>
          <a:endParaRPr lang="en-US"/>
        </a:p>
      </dgm:t>
    </dgm:pt>
    <dgm:pt modelId="{37C236FD-0384-4B49-AEA6-E3D613A0B943}">
      <dgm:prSet phldrT="[Text]" custT="1"/>
      <dgm:spPr/>
      <dgm:t>
        <a:bodyPr/>
        <a:lstStyle/>
        <a:p>
          <a:r>
            <a:rPr lang="en-US" sz="1600" b="1" dirty="0"/>
            <a:t>Fully loaded</a:t>
          </a:r>
        </a:p>
      </dgm:t>
    </dgm:pt>
    <dgm:pt modelId="{DAC10F12-8A35-416A-921A-DE8E2A5DDA5B}" type="parTrans" cxnId="{CFC37FDF-CF9F-4D4C-99A6-5B60E35CD89A}">
      <dgm:prSet/>
      <dgm:spPr/>
      <dgm:t>
        <a:bodyPr/>
        <a:lstStyle/>
        <a:p>
          <a:endParaRPr lang="en-US"/>
        </a:p>
      </dgm:t>
    </dgm:pt>
    <dgm:pt modelId="{6E2585CD-63C5-48E7-941D-9014ADA5470E}" type="sibTrans" cxnId="{CFC37FDF-CF9F-4D4C-99A6-5B60E35CD89A}">
      <dgm:prSet/>
      <dgm:spPr/>
      <dgm:t>
        <a:bodyPr/>
        <a:lstStyle/>
        <a:p>
          <a:endParaRPr lang="en-US"/>
        </a:p>
      </dgm:t>
    </dgm:pt>
    <dgm:pt modelId="{80842E31-4C7A-44BB-B874-45E10B369626}" type="pres">
      <dgm:prSet presAssocID="{D5382998-7E82-4B1D-9744-AEE97C73410D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3AE1B033-75DD-413F-A06B-F9A49A23135B}" type="pres">
      <dgm:prSet presAssocID="{37C236FD-0384-4B49-AEA6-E3D613A0B943}" presName="Accent6" presStyleCnt="0"/>
      <dgm:spPr/>
    </dgm:pt>
    <dgm:pt modelId="{0C5EFFEC-9A08-444A-883A-BEEB08CF3448}" type="pres">
      <dgm:prSet presAssocID="{37C236FD-0384-4B49-AEA6-E3D613A0B943}" presName="Accent" presStyleLbl="node1" presStyleIdx="0" presStyleCnt="6"/>
      <dgm:spPr/>
    </dgm:pt>
    <dgm:pt modelId="{10D4E815-1E9D-4CE6-965B-FC92AA34AF79}" type="pres">
      <dgm:prSet presAssocID="{37C236FD-0384-4B49-AEA6-E3D613A0B943}" presName="ParentBackground6" presStyleCnt="0"/>
      <dgm:spPr/>
    </dgm:pt>
    <dgm:pt modelId="{02AB3DBA-FA31-4DDB-9A99-D345904F0A5C}" type="pres">
      <dgm:prSet presAssocID="{37C236FD-0384-4B49-AEA6-E3D613A0B943}" presName="ParentBackground" presStyleLbl="fgAcc1" presStyleIdx="0" presStyleCnt="6"/>
      <dgm:spPr/>
    </dgm:pt>
    <dgm:pt modelId="{AB8A7503-C467-441F-B382-210AA4F3130C}" type="pres">
      <dgm:prSet presAssocID="{37C236FD-0384-4B49-AEA6-E3D613A0B943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7002D2B-F9AB-4F3A-92C0-AE7478F1B50C}" type="pres">
      <dgm:prSet presAssocID="{D133008F-DFC5-452F-A037-3B9482E59536}" presName="Accent5" presStyleCnt="0"/>
      <dgm:spPr/>
    </dgm:pt>
    <dgm:pt modelId="{73E00257-A0D8-4E72-B5B0-891724AFC43B}" type="pres">
      <dgm:prSet presAssocID="{D133008F-DFC5-452F-A037-3B9482E59536}" presName="Accent" presStyleLbl="node1" presStyleIdx="1" presStyleCnt="6"/>
      <dgm:spPr/>
    </dgm:pt>
    <dgm:pt modelId="{B2FB8571-5D18-4981-B399-1E8D1AF9E2C1}" type="pres">
      <dgm:prSet presAssocID="{D133008F-DFC5-452F-A037-3B9482E59536}" presName="ParentBackground5" presStyleCnt="0"/>
      <dgm:spPr/>
    </dgm:pt>
    <dgm:pt modelId="{434A3577-EC19-4CCC-85B8-6E6A78395C32}" type="pres">
      <dgm:prSet presAssocID="{D133008F-DFC5-452F-A037-3B9482E59536}" presName="ParentBackground" presStyleLbl="fgAcc1" presStyleIdx="1" presStyleCnt="6"/>
      <dgm:spPr/>
    </dgm:pt>
    <dgm:pt modelId="{FCF960D6-9EB6-4E01-99E0-AEE9741F9948}" type="pres">
      <dgm:prSet presAssocID="{D133008F-DFC5-452F-A037-3B9482E59536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E0811B9-8E7A-4506-82AF-055F082554D6}" type="pres">
      <dgm:prSet presAssocID="{CC23C2BA-C4EA-44CC-B7F7-87EE304EF868}" presName="Accent4" presStyleCnt="0"/>
      <dgm:spPr/>
    </dgm:pt>
    <dgm:pt modelId="{3CC15CAF-90E3-41C3-AC80-F116C280EEDE}" type="pres">
      <dgm:prSet presAssocID="{CC23C2BA-C4EA-44CC-B7F7-87EE304EF868}" presName="Accent" presStyleLbl="node1" presStyleIdx="2" presStyleCnt="6"/>
      <dgm:spPr/>
    </dgm:pt>
    <dgm:pt modelId="{B965C430-4703-49E0-ABCD-C8F99722FB26}" type="pres">
      <dgm:prSet presAssocID="{CC23C2BA-C4EA-44CC-B7F7-87EE304EF868}" presName="ParentBackground4" presStyleCnt="0"/>
      <dgm:spPr/>
    </dgm:pt>
    <dgm:pt modelId="{21E11F34-29CE-4D6C-BED7-1C6F3D9F5F74}" type="pres">
      <dgm:prSet presAssocID="{CC23C2BA-C4EA-44CC-B7F7-87EE304EF868}" presName="ParentBackground" presStyleLbl="fgAcc1" presStyleIdx="2" presStyleCnt="6"/>
      <dgm:spPr/>
    </dgm:pt>
    <dgm:pt modelId="{17E6FBE9-6480-43BC-BEB8-6894AE11E466}" type="pres">
      <dgm:prSet presAssocID="{CC23C2BA-C4EA-44CC-B7F7-87EE304EF868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B018CB2-BFA3-4418-9C61-663F8D1FAF76}" type="pres">
      <dgm:prSet presAssocID="{4E6D2C66-747B-4181-B273-52FF0283B5D8}" presName="Accent3" presStyleCnt="0"/>
      <dgm:spPr/>
    </dgm:pt>
    <dgm:pt modelId="{D3F26B6A-A803-4F90-A2CA-932A1E6080E8}" type="pres">
      <dgm:prSet presAssocID="{4E6D2C66-747B-4181-B273-52FF0283B5D8}" presName="Accent" presStyleLbl="node1" presStyleIdx="3" presStyleCnt="6"/>
      <dgm:spPr/>
    </dgm:pt>
    <dgm:pt modelId="{DEE7A305-941B-4C67-8E1E-72F2DC757670}" type="pres">
      <dgm:prSet presAssocID="{4E6D2C66-747B-4181-B273-52FF0283B5D8}" presName="ParentBackground3" presStyleCnt="0"/>
      <dgm:spPr/>
    </dgm:pt>
    <dgm:pt modelId="{D2C144FB-274C-4434-ADA3-BF97BC1E0974}" type="pres">
      <dgm:prSet presAssocID="{4E6D2C66-747B-4181-B273-52FF0283B5D8}" presName="ParentBackground" presStyleLbl="fgAcc1" presStyleIdx="3" presStyleCnt="6"/>
      <dgm:spPr/>
    </dgm:pt>
    <dgm:pt modelId="{EE27AB08-1F92-44A2-A3DC-148542BD4DF7}" type="pres">
      <dgm:prSet presAssocID="{4E6D2C66-747B-4181-B273-52FF0283B5D8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8B195BA-CAA0-46E5-9E77-989CEDA56947}" type="pres">
      <dgm:prSet presAssocID="{8552ADA4-FB48-4766-9D75-81F9EA881777}" presName="Accent2" presStyleCnt="0"/>
      <dgm:spPr/>
    </dgm:pt>
    <dgm:pt modelId="{D594B0EF-246C-474E-936A-77407E44B62A}" type="pres">
      <dgm:prSet presAssocID="{8552ADA4-FB48-4766-9D75-81F9EA881777}" presName="Accent" presStyleLbl="node1" presStyleIdx="4" presStyleCnt="6"/>
      <dgm:spPr/>
    </dgm:pt>
    <dgm:pt modelId="{1FB72882-7C5D-49D0-873B-33EBB329D793}" type="pres">
      <dgm:prSet presAssocID="{8552ADA4-FB48-4766-9D75-81F9EA881777}" presName="ParentBackground2" presStyleCnt="0"/>
      <dgm:spPr/>
    </dgm:pt>
    <dgm:pt modelId="{8965EC9A-ABA6-4F9E-878A-FEF9230C4D50}" type="pres">
      <dgm:prSet presAssocID="{8552ADA4-FB48-4766-9D75-81F9EA881777}" presName="ParentBackground" presStyleLbl="fgAcc1" presStyleIdx="4" presStyleCnt="6"/>
      <dgm:spPr/>
    </dgm:pt>
    <dgm:pt modelId="{2ADEE41C-27A3-4448-9497-BE0533F220A8}" type="pres">
      <dgm:prSet presAssocID="{8552ADA4-FB48-4766-9D75-81F9EA881777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BBFB159-E6B6-4426-8278-6D8E0283FC72}" type="pres">
      <dgm:prSet presAssocID="{46D399E2-2532-4259-B3F5-B1692DBB880D}" presName="Accent1" presStyleCnt="0"/>
      <dgm:spPr/>
    </dgm:pt>
    <dgm:pt modelId="{B54393A4-BCAD-4536-970E-09ADF1009EAA}" type="pres">
      <dgm:prSet presAssocID="{46D399E2-2532-4259-B3F5-B1692DBB880D}" presName="Accent" presStyleLbl="node1" presStyleIdx="5" presStyleCnt="6"/>
      <dgm:spPr/>
    </dgm:pt>
    <dgm:pt modelId="{EF7D91EB-A5D6-42F7-8052-E7E518F33310}" type="pres">
      <dgm:prSet presAssocID="{46D399E2-2532-4259-B3F5-B1692DBB880D}" presName="ParentBackground1" presStyleCnt="0"/>
      <dgm:spPr/>
    </dgm:pt>
    <dgm:pt modelId="{60BE3A36-EE70-4C9B-911B-583D3DBD631C}" type="pres">
      <dgm:prSet presAssocID="{46D399E2-2532-4259-B3F5-B1692DBB880D}" presName="ParentBackground" presStyleLbl="fgAcc1" presStyleIdx="5" presStyleCnt="6"/>
      <dgm:spPr/>
    </dgm:pt>
    <dgm:pt modelId="{B14F1F81-F0D8-4BEB-9317-4CC2B479ABE2}" type="pres">
      <dgm:prSet presAssocID="{46D399E2-2532-4259-B3F5-B1692DBB880D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8624A04-1B37-4A0E-9B9D-F6A8BBC3BF34}" type="presOf" srcId="{37C236FD-0384-4B49-AEA6-E3D613A0B943}" destId="{AB8A7503-C467-441F-B382-210AA4F3130C}" srcOrd="1" destOrd="0" presId="urn:microsoft.com/office/officeart/2011/layout/CircleProcess"/>
    <dgm:cxn modelId="{82CD5017-11A1-481C-8DAF-FF9778943CD2}" srcId="{D5382998-7E82-4B1D-9744-AEE97C73410D}" destId="{D133008F-DFC5-452F-A037-3B9482E59536}" srcOrd="4" destOrd="0" parTransId="{CFDA5F37-43C4-4FA1-BEE0-24F47D829C31}" sibTransId="{3805F3A1-AC95-46E7-B505-92052EF6045B}"/>
    <dgm:cxn modelId="{BD171726-29B9-4087-93A2-6EC84ECD0683}" type="presOf" srcId="{37C236FD-0384-4B49-AEA6-E3D613A0B943}" destId="{02AB3DBA-FA31-4DDB-9A99-D345904F0A5C}" srcOrd="0" destOrd="0" presId="urn:microsoft.com/office/officeart/2011/layout/CircleProcess"/>
    <dgm:cxn modelId="{65D59428-5BC5-4884-8450-987F3C184304}" type="presOf" srcId="{D133008F-DFC5-452F-A037-3B9482E59536}" destId="{434A3577-EC19-4CCC-85B8-6E6A78395C32}" srcOrd="0" destOrd="0" presId="urn:microsoft.com/office/officeart/2011/layout/CircleProcess"/>
    <dgm:cxn modelId="{4A582629-75EC-4C62-851E-066B2E9938F3}" type="presOf" srcId="{D133008F-DFC5-452F-A037-3B9482E59536}" destId="{FCF960D6-9EB6-4E01-99E0-AEE9741F9948}" srcOrd="1" destOrd="0" presId="urn:microsoft.com/office/officeart/2011/layout/CircleProcess"/>
    <dgm:cxn modelId="{65BB2C3A-91EF-4F63-AA48-980F3CB0F81B}" srcId="{D5382998-7E82-4B1D-9744-AEE97C73410D}" destId="{8552ADA4-FB48-4766-9D75-81F9EA881777}" srcOrd="1" destOrd="0" parTransId="{2C0F965D-50EC-46C6-8E79-C4AE9D2D7A74}" sibTransId="{791DDD9C-2425-4757-B167-E98F1FD21D49}"/>
    <dgm:cxn modelId="{D0D28A40-3230-4A64-8ECD-9B8CE2D2EE05}" type="presOf" srcId="{4E6D2C66-747B-4181-B273-52FF0283B5D8}" destId="{EE27AB08-1F92-44A2-A3DC-148542BD4DF7}" srcOrd="1" destOrd="0" presId="urn:microsoft.com/office/officeart/2011/layout/CircleProcess"/>
    <dgm:cxn modelId="{7A578741-F79B-4ED9-9EE6-6626E2033CAB}" type="presOf" srcId="{8552ADA4-FB48-4766-9D75-81F9EA881777}" destId="{8965EC9A-ABA6-4F9E-878A-FEF9230C4D50}" srcOrd="0" destOrd="0" presId="urn:microsoft.com/office/officeart/2011/layout/CircleProcess"/>
    <dgm:cxn modelId="{003CD149-52C7-413C-9434-CF9E78D85E50}" type="presOf" srcId="{46D399E2-2532-4259-B3F5-B1692DBB880D}" destId="{B14F1F81-F0D8-4BEB-9317-4CC2B479ABE2}" srcOrd="1" destOrd="0" presId="urn:microsoft.com/office/officeart/2011/layout/CircleProcess"/>
    <dgm:cxn modelId="{39B3916D-10F5-40E8-90B2-6CABF4534AF8}" srcId="{D5382998-7E82-4B1D-9744-AEE97C73410D}" destId="{46D399E2-2532-4259-B3F5-B1692DBB880D}" srcOrd="0" destOrd="0" parTransId="{8DC2EC9C-08CD-45D9-B20E-FE239B9B3D53}" sibTransId="{2C7BDA0F-C8C3-49F7-A4F0-7EF39DAAAB6D}"/>
    <dgm:cxn modelId="{FB867E50-7F87-4FEF-9079-1E826B1BB12D}" type="presOf" srcId="{8552ADA4-FB48-4766-9D75-81F9EA881777}" destId="{2ADEE41C-27A3-4448-9497-BE0533F220A8}" srcOrd="1" destOrd="0" presId="urn:microsoft.com/office/officeart/2011/layout/CircleProcess"/>
    <dgm:cxn modelId="{187FA793-BE6F-43C1-BFBC-34166FB1AB61}" type="presOf" srcId="{4E6D2C66-747B-4181-B273-52FF0283B5D8}" destId="{D2C144FB-274C-4434-ADA3-BF97BC1E0974}" srcOrd="0" destOrd="0" presId="urn:microsoft.com/office/officeart/2011/layout/CircleProcess"/>
    <dgm:cxn modelId="{3863E4A2-7221-44A2-8660-960F10547A4C}" type="presOf" srcId="{D5382998-7E82-4B1D-9744-AEE97C73410D}" destId="{80842E31-4C7A-44BB-B874-45E10B369626}" srcOrd="0" destOrd="0" presId="urn:microsoft.com/office/officeart/2011/layout/CircleProcess"/>
    <dgm:cxn modelId="{AF64D1AD-A9A4-4805-BC2C-9BBB66BBCB50}" srcId="{D5382998-7E82-4B1D-9744-AEE97C73410D}" destId="{CC23C2BA-C4EA-44CC-B7F7-87EE304EF868}" srcOrd="3" destOrd="0" parTransId="{7190689E-CA71-4CE7-AEED-5A4285A49FDF}" sibTransId="{9F2173D0-1E8B-40AE-BD35-28219A704F42}"/>
    <dgm:cxn modelId="{AB1FD2BD-D568-459B-9BAA-206268DD1932}" type="presOf" srcId="{CC23C2BA-C4EA-44CC-B7F7-87EE304EF868}" destId="{17E6FBE9-6480-43BC-BEB8-6894AE11E466}" srcOrd="1" destOrd="0" presId="urn:microsoft.com/office/officeart/2011/layout/CircleProcess"/>
    <dgm:cxn modelId="{9B8838C0-98BF-4F01-BCDB-6936105D2387}" type="presOf" srcId="{46D399E2-2532-4259-B3F5-B1692DBB880D}" destId="{60BE3A36-EE70-4C9B-911B-583D3DBD631C}" srcOrd="0" destOrd="0" presId="urn:microsoft.com/office/officeart/2011/layout/CircleProcess"/>
    <dgm:cxn modelId="{FAD5B3DB-3991-42F2-9467-4032B693E15B}" type="presOf" srcId="{CC23C2BA-C4EA-44CC-B7F7-87EE304EF868}" destId="{21E11F34-29CE-4D6C-BED7-1C6F3D9F5F74}" srcOrd="0" destOrd="0" presId="urn:microsoft.com/office/officeart/2011/layout/CircleProcess"/>
    <dgm:cxn modelId="{CFC37FDF-CF9F-4D4C-99A6-5B60E35CD89A}" srcId="{D5382998-7E82-4B1D-9744-AEE97C73410D}" destId="{37C236FD-0384-4B49-AEA6-E3D613A0B943}" srcOrd="5" destOrd="0" parTransId="{DAC10F12-8A35-416A-921A-DE8E2A5DDA5B}" sibTransId="{6E2585CD-63C5-48E7-941D-9014ADA5470E}"/>
    <dgm:cxn modelId="{0C0658E1-B4B2-42CC-8AC2-A9015E584547}" srcId="{D5382998-7E82-4B1D-9744-AEE97C73410D}" destId="{4E6D2C66-747B-4181-B273-52FF0283B5D8}" srcOrd="2" destOrd="0" parTransId="{3EF6B952-92A4-49A0-995A-4C2ED8D1184D}" sibTransId="{6CB524D2-FAC7-41CB-AE2C-5965F64FA8CA}"/>
    <dgm:cxn modelId="{8DAA5378-F2A0-48F7-BF97-720920115422}" type="presParOf" srcId="{80842E31-4C7A-44BB-B874-45E10B369626}" destId="{3AE1B033-75DD-413F-A06B-F9A49A23135B}" srcOrd="0" destOrd="0" presId="urn:microsoft.com/office/officeart/2011/layout/CircleProcess"/>
    <dgm:cxn modelId="{E486CCDC-6268-44C3-BF52-F2EB9BC99CFB}" type="presParOf" srcId="{3AE1B033-75DD-413F-A06B-F9A49A23135B}" destId="{0C5EFFEC-9A08-444A-883A-BEEB08CF3448}" srcOrd="0" destOrd="0" presId="urn:microsoft.com/office/officeart/2011/layout/CircleProcess"/>
    <dgm:cxn modelId="{48BB926B-BF2F-45DB-A8F7-4B250014CD6C}" type="presParOf" srcId="{80842E31-4C7A-44BB-B874-45E10B369626}" destId="{10D4E815-1E9D-4CE6-965B-FC92AA34AF79}" srcOrd="1" destOrd="0" presId="urn:microsoft.com/office/officeart/2011/layout/CircleProcess"/>
    <dgm:cxn modelId="{7843970B-0C68-4593-91FB-9942B9D18398}" type="presParOf" srcId="{10D4E815-1E9D-4CE6-965B-FC92AA34AF79}" destId="{02AB3DBA-FA31-4DDB-9A99-D345904F0A5C}" srcOrd="0" destOrd="0" presId="urn:microsoft.com/office/officeart/2011/layout/CircleProcess"/>
    <dgm:cxn modelId="{1FC2D98F-66BD-49F8-ACA7-53D9E6FE3FFB}" type="presParOf" srcId="{80842E31-4C7A-44BB-B874-45E10B369626}" destId="{AB8A7503-C467-441F-B382-210AA4F3130C}" srcOrd="2" destOrd="0" presId="urn:microsoft.com/office/officeart/2011/layout/CircleProcess"/>
    <dgm:cxn modelId="{4922FE4E-699D-4F58-8CF6-4E098FDB0E33}" type="presParOf" srcId="{80842E31-4C7A-44BB-B874-45E10B369626}" destId="{57002D2B-F9AB-4F3A-92C0-AE7478F1B50C}" srcOrd="3" destOrd="0" presId="urn:microsoft.com/office/officeart/2011/layout/CircleProcess"/>
    <dgm:cxn modelId="{A653CDE7-31B3-4911-B818-0AD2AB3DA9EF}" type="presParOf" srcId="{57002D2B-F9AB-4F3A-92C0-AE7478F1B50C}" destId="{73E00257-A0D8-4E72-B5B0-891724AFC43B}" srcOrd="0" destOrd="0" presId="urn:microsoft.com/office/officeart/2011/layout/CircleProcess"/>
    <dgm:cxn modelId="{4C458090-6269-460B-8B03-1969F608DECB}" type="presParOf" srcId="{80842E31-4C7A-44BB-B874-45E10B369626}" destId="{B2FB8571-5D18-4981-B399-1E8D1AF9E2C1}" srcOrd="4" destOrd="0" presId="urn:microsoft.com/office/officeart/2011/layout/CircleProcess"/>
    <dgm:cxn modelId="{AD7F7082-D637-4E16-9793-762179B102CB}" type="presParOf" srcId="{B2FB8571-5D18-4981-B399-1E8D1AF9E2C1}" destId="{434A3577-EC19-4CCC-85B8-6E6A78395C32}" srcOrd="0" destOrd="0" presId="urn:microsoft.com/office/officeart/2011/layout/CircleProcess"/>
    <dgm:cxn modelId="{355EF831-3160-4A6C-B88E-37B8FD83F25D}" type="presParOf" srcId="{80842E31-4C7A-44BB-B874-45E10B369626}" destId="{FCF960D6-9EB6-4E01-99E0-AEE9741F9948}" srcOrd="5" destOrd="0" presId="urn:microsoft.com/office/officeart/2011/layout/CircleProcess"/>
    <dgm:cxn modelId="{F7F2663F-696D-41FA-9777-CE140E95A1C8}" type="presParOf" srcId="{80842E31-4C7A-44BB-B874-45E10B369626}" destId="{5E0811B9-8E7A-4506-82AF-055F082554D6}" srcOrd="6" destOrd="0" presId="urn:microsoft.com/office/officeart/2011/layout/CircleProcess"/>
    <dgm:cxn modelId="{F0B55EA7-021A-4EB8-B25E-0A6A0B252828}" type="presParOf" srcId="{5E0811B9-8E7A-4506-82AF-055F082554D6}" destId="{3CC15CAF-90E3-41C3-AC80-F116C280EEDE}" srcOrd="0" destOrd="0" presId="urn:microsoft.com/office/officeart/2011/layout/CircleProcess"/>
    <dgm:cxn modelId="{582F5DFC-631F-4A51-9707-E0A9C348E143}" type="presParOf" srcId="{80842E31-4C7A-44BB-B874-45E10B369626}" destId="{B965C430-4703-49E0-ABCD-C8F99722FB26}" srcOrd="7" destOrd="0" presId="urn:microsoft.com/office/officeart/2011/layout/CircleProcess"/>
    <dgm:cxn modelId="{E139FB4B-8E3C-43CD-AE5D-DF2CF20CB9BC}" type="presParOf" srcId="{B965C430-4703-49E0-ABCD-C8F99722FB26}" destId="{21E11F34-29CE-4D6C-BED7-1C6F3D9F5F74}" srcOrd="0" destOrd="0" presId="urn:microsoft.com/office/officeart/2011/layout/CircleProcess"/>
    <dgm:cxn modelId="{04B6D079-7F11-4113-9489-DF4569FE3349}" type="presParOf" srcId="{80842E31-4C7A-44BB-B874-45E10B369626}" destId="{17E6FBE9-6480-43BC-BEB8-6894AE11E466}" srcOrd="8" destOrd="0" presId="urn:microsoft.com/office/officeart/2011/layout/CircleProcess"/>
    <dgm:cxn modelId="{8EE7870F-752F-4FA2-8D2F-F1A69F4E28A5}" type="presParOf" srcId="{80842E31-4C7A-44BB-B874-45E10B369626}" destId="{9B018CB2-BFA3-4418-9C61-663F8D1FAF76}" srcOrd="9" destOrd="0" presId="urn:microsoft.com/office/officeart/2011/layout/CircleProcess"/>
    <dgm:cxn modelId="{A68423C2-56E9-468A-824A-921E2E154854}" type="presParOf" srcId="{9B018CB2-BFA3-4418-9C61-663F8D1FAF76}" destId="{D3F26B6A-A803-4F90-A2CA-932A1E6080E8}" srcOrd="0" destOrd="0" presId="urn:microsoft.com/office/officeart/2011/layout/CircleProcess"/>
    <dgm:cxn modelId="{612D465E-86FE-457D-8503-EE9C6C59A0B1}" type="presParOf" srcId="{80842E31-4C7A-44BB-B874-45E10B369626}" destId="{DEE7A305-941B-4C67-8E1E-72F2DC757670}" srcOrd="10" destOrd="0" presId="urn:microsoft.com/office/officeart/2011/layout/CircleProcess"/>
    <dgm:cxn modelId="{CA166873-0B7A-4082-B6A5-63CE2B2F42D4}" type="presParOf" srcId="{DEE7A305-941B-4C67-8E1E-72F2DC757670}" destId="{D2C144FB-274C-4434-ADA3-BF97BC1E0974}" srcOrd="0" destOrd="0" presId="urn:microsoft.com/office/officeart/2011/layout/CircleProcess"/>
    <dgm:cxn modelId="{F6085134-DA18-4EE5-938C-BDD45245A675}" type="presParOf" srcId="{80842E31-4C7A-44BB-B874-45E10B369626}" destId="{EE27AB08-1F92-44A2-A3DC-148542BD4DF7}" srcOrd="11" destOrd="0" presId="urn:microsoft.com/office/officeart/2011/layout/CircleProcess"/>
    <dgm:cxn modelId="{F2FE8A9E-DE7F-4E9C-BDBC-75ED8FBCF108}" type="presParOf" srcId="{80842E31-4C7A-44BB-B874-45E10B369626}" destId="{58B195BA-CAA0-46E5-9E77-989CEDA56947}" srcOrd="12" destOrd="0" presId="urn:microsoft.com/office/officeart/2011/layout/CircleProcess"/>
    <dgm:cxn modelId="{ED33691D-48E6-484E-9441-2E5A1D6ADA1E}" type="presParOf" srcId="{58B195BA-CAA0-46E5-9E77-989CEDA56947}" destId="{D594B0EF-246C-474E-936A-77407E44B62A}" srcOrd="0" destOrd="0" presId="urn:microsoft.com/office/officeart/2011/layout/CircleProcess"/>
    <dgm:cxn modelId="{27EE559D-D545-498E-97A3-8EFA69F29AD0}" type="presParOf" srcId="{80842E31-4C7A-44BB-B874-45E10B369626}" destId="{1FB72882-7C5D-49D0-873B-33EBB329D793}" srcOrd="13" destOrd="0" presId="urn:microsoft.com/office/officeart/2011/layout/CircleProcess"/>
    <dgm:cxn modelId="{8C5DDABD-3668-4F0A-A744-C36800A2908D}" type="presParOf" srcId="{1FB72882-7C5D-49D0-873B-33EBB329D793}" destId="{8965EC9A-ABA6-4F9E-878A-FEF9230C4D50}" srcOrd="0" destOrd="0" presId="urn:microsoft.com/office/officeart/2011/layout/CircleProcess"/>
    <dgm:cxn modelId="{224D7172-10D5-46F5-9E28-F1CC9A4843C9}" type="presParOf" srcId="{80842E31-4C7A-44BB-B874-45E10B369626}" destId="{2ADEE41C-27A3-4448-9497-BE0533F220A8}" srcOrd="14" destOrd="0" presId="urn:microsoft.com/office/officeart/2011/layout/CircleProcess"/>
    <dgm:cxn modelId="{DF90D852-A247-4C25-A7C2-5E29407FC20E}" type="presParOf" srcId="{80842E31-4C7A-44BB-B874-45E10B369626}" destId="{BBBFB159-E6B6-4426-8278-6D8E0283FC72}" srcOrd="15" destOrd="0" presId="urn:microsoft.com/office/officeart/2011/layout/CircleProcess"/>
    <dgm:cxn modelId="{B7268EB3-CE43-4DC7-8934-6733C195CE55}" type="presParOf" srcId="{BBBFB159-E6B6-4426-8278-6D8E0283FC72}" destId="{B54393A4-BCAD-4536-970E-09ADF1009EAA}" srcOrd="0" destOrd="0" presId="urn:microsoft.com/office/officeart/2011/layout/CircleProcess"/>
    <dgm:cxn modelId="{5B874C4B-D0A0-48D8-B77A-FA76217B4EC6}" type="presParOf" srcId="{80842E31-4C7A-44BB-B874-45E10B369626}" destId="{EF7D91EB-A5D6-42F7-8052-E7E518F33310}" srcOrd="16" destOrd="0" presId="urn:microsoft.com/office/officeart/2011/layout/CircleProcess"/>
    <dgm:cxn modelId="{218D92FA-9DCE-40AE-827D-7348CEB70568}" type="presParOf" srcId="{EF7D91EB-A5D6-42F7-8052-E7E518F33310}" destId="{60BE3A36-EE70-4C9B-911B-583D3DBD631C}" srcOrd="0" destOrd="0" presId="urn:microsoft.com/office/officeart/2011/layout/CircleProcess"/>
    <dgm:cxn modelId="{60A4AD19-3A9D-44A2-9E7F-D4C5E5A4113B}" type="presParOf" srcId="{80842E31-4C7A-44BB-B874-45E10B369626}" destId="{B14F1F81-F0D8-4BEB-9317-4CC2B479ABE2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F60476-9FA4-4F2E-96FB-B83EC780DB1B}">
      <dsp:nvSpPr>
        <dsp:cNvPr id="0" name=""/>
        <dsp:cNvSpPr/>
      </dsp:nvSpPr>
      <dsp:spPr>
        <a:xfrm rot="10800000">
          <a:off x="1758236" y="931"/>
          <a:ext cx="6436735" cy="54781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572" tIns="95250" rIns="17780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Instagram in Django</a:t>
          </a:r>
        </a:p>
      </dsp:txBody>
      <dsp:txXfrm rot="10800000">
        <a:off x="1895190" y="931"/>
        <a:ext cx="6299781" cy="547816"/>
      </dsp:txXfrm>
    </dsp:sp>
    <dsp:sp modelId="{FAF030BE-35BB-479C-A736-0CCDE5A13EC3}">
      <dsp:nvSpPr>
        <dsp:cNvPr id="0" name=""/>
        <dsp:cNvSpPr/>
      </dsp:nvSpPr>
      <dsp:spPr>
        <a:xfrm>
          <a:off x="1484328" y="0"/>
          <a:ext cx="547816" cy="54781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DEF5854-0019-464B-8056-EE47F92C5C9F}">
      <dsp:nvSpPr>
        <dsp:cNvPr id="0" name=""/>
        <dsp:cNvSpPr/>
      </dsp:nvSpPr>
      <dsp:spPr>
        <a:xfrm rot="10800000">
          <a:off x="1758236" y="688049"/>
          <a:ext cx="6436735" cy="547816"/>
        </a:xfrm>
        <a:prstGeom prst="homePlate">
          <a:avLst/>
        </a:prstGeom>
        <a:solidFill>
          <a:schemeClr val="accent2">
            <a:hueOff val="-2266801"/>
            <a:satOff val="1309"/>
            <a:lumOff val="-2402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572" tIns="95250" rIns="17780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Mozilla Browser in Django</a:t>
          </a:r>
        </a:p>
      </dsp:txBody>
      <dsp:txXfrm rot="10800000">
        <a:off x="1895190" y="688049"/>
        <a:ext cx="6299781" cy="547816"/>
      </dsp:txXfrm>
    </dsp:sp>
    <dsp:sp modelId="{3A799E0A-E260-4DEF-BF1A-60B4CAFC5816}">
      <dsp:nvSpPr>
        <dsp:cNvPr id="0" name=""/>
        <dsp:cNvSpPr/>
      </dsp:nvSpPr>
      <dsp:spPr>
        <a:xfrm>
          <a:off x="1484328" y="688049"/>
          <a:ext cx="547816" cy="547816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72876A1-E3CB-4ABD-823D-78CE887F2549}">
      <dsp:nvSpPr>
        <dsp:cNvPr id="0" name=""/>
        <dsp:cNvSpPr/>
      </dsp:nvSpPr>
      <dsp:spPr>
        <a:xfrm rot="10800000">
          <a:off x="1758236" y="1375167"/>
          <a:ext cx="6436735" cy="547816"/>
        </a:xfrm>
        <a:prstGeom prst="homePlate">
          <a:avLst/>
        </a:prstGeom>
        <a:solidFill>
          <a:schemeClr val="accent2">
            <a:hueOff val="-4533602"/>
            <a:satOff val="2618"/>
            <a:lumOff val="-4804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572" tIns="95250" rIns="17780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Pinterest in Django</a:t>
          </a:r>
        </a:p>
      </dsp:txBody>
      <dsp:txXfrm rot="10800000">
        <a:off x="1895190" y="1375167"/>
        <a:ext cx="6299781" cy="547816"/>
      </dsp:txXfrm>
    </dsp:sp>
    <dsp:sp modelId="{4E38D488-2AE8-42C1-B35F-15959B41D7F6}">
      <dsp:nvSpPr>
        <dsp:cNvPr id="0" name=""/>
        <dsp:cNvSpPr/>
      </dsp:nvSpPr>
      <dsp:spPr>
        <a:xfrm>
          <a:off x="1484328" y="1375167"/>
          <a:ext cx="547816" cy="54781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71FA15B-DA02-4D11-85EB-DD360EEF5227}">
      <dsp:nvSpPr>
        <dsp:cNvPr id="0" name=""/>
        <dsp:cNvSpPr/>
      </dsp:nvSpPr>
      <dsp:spPr>
        <a:xfrm rot="10800000">
          <a:off x="1758236" y="2062285"/>
          <a:ext cx="6436735" cy="547816"/>
        </a:xfrm>
        <a:prstGeom prst="homePlate">
          <a:avLst/>
        </a:prstGeom>
        <a:solidFill>
          <a:schemeClr val="accent2">
            <a:hueOff val="-6800403"/>
            <a:satOff val="3927"/>
            <a:lumOff val="-7205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572" tIns="95250" rIns="17780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Bit Bucket in Django</a:t>
          </a:r>
        </a:p>
      </dsp:txBody>
      <dsp:txXfrm rot="10800000">
        <a:off x="1895190" y="2062285"/>
        <a:ext cx="6299781" cy="547816"/>
      </dsp:txXfrm>
    </dsp:sp>
    <dsp:sp modelId="{0EB57A8A-9C2D-4520-9E92-74FCB72A8C1F}">
      <dsp:nvSpPr>
        <dsp:cNvPr id="0" name=""/>
        <dsp:cNvSpPr/>
      </dsp:nvSpPr>
      <dsp:spPr>
        <a:xfrm>
          <a:off x="1484328" y="2062285"/>
          <a:ext cx="547816" cy="547816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F5BD0CB-ADC2-4E23-BE96-F9F28DB6AB99}">
      <dsp:nvSpPr>
        <dsp:cNvPr id="0" name=""/>
        <dsp:cNvSpPr/>
      </dsp:nvSpPr>
      <dsp:spPr>
        <a:xfrm rot="10800000">
          <a:off x="1758236" y="2749404"/>
          <a:ext cx="6436735" cy="547816"/>
        </a:xfrm>
        <a:prstGeom prst="homePlate">
          <a:avLst/>
        </a:prstGeom>
        <a:solidFill>
          <a:schemeClr val="accent2">
            <a:hueOff val="-9067203"/>
            <a:satOff val="5236"/>
            <a:lumOff val="-9607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572" tIns="95250" rIns="17780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Washington Time in Django</a:t>
          </a:r>
        </a:p>
      </dsp:txBody>
      <dsp:txXfrm rot="10800000">
        <a:off x="1895190" y="2749404"/>
        <a:ext cx="6299781" cy="547816"/>
      </dsp:txXfrm>
    </dsp:sp>
    <dsp:sp modelId="{398B3B4B-58A0-4C24-9EB5-BFB00C739534}">
      <dsp:nvSpPr>
        <dsp:cNvPr id="0" name=""/>
        <dsp:cNvSpPr/>
      </dsp:nvSpPr>
      <dsp:spPr>
        <a:xfrm>
          <a:off x="1484328" y="2749404"/>
          <a:ext cx="547816" cy="54781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5EFFEC-9A08-444A-883A-BEEB08CF3448}">
      <dsp:nvSpPr>
        <dsp:cNvPr id="0" name=""/>
        <dsp:cNvSpPr/>
      </dsp:nvSpPr>
      <dsp:spPr>
        <a:xfrm>
          <a:off x="8689236" y="813461"/>
          <a:ext cx="1601772" cy="160146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B3DBA-FA31-4DDB-9A99-D345904F0A5C}">
      <dsp:nvSpPr>
        <dsp:cNvPr id="0" name=""/>
        <dsp:cNvSpPr/>
      </dsp:nvSpPr>
      <dsp:spPr>
        <a:xfrm>
          <a:off x="8743171" y="866852"/>
          <a:ext cx="1494919" cy="14946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Fully loaded</a:t>
          </a:r>
        </a:p>
      </dsp:txBody>
      <dsp:txXfrm>
        <a:off x="8956876" y="1080419"/>
        <a:ext cx="1067509" cy="1067551"/>
      </dsp:txXfrm>
    </dsp:sp>
    <dsp:sp modelId="{73E00257-A0D8-4E72-B5B0-891724AFC43B}">
      <dsp:nvSpPr>
        <dsp:cNvPr id="0" name=""/>
        <dsp:cNvSpPr/>
      </dsp:nvSpPr>
      <dsp:spPr>
        <a:xfrm rot="2700000">
          <a:off x="7034659" y="813281"/>
          <a:ext cx="1601546" cy="1601546"/>
        </a:xfrm>
        <a:prstGeom prst="teardrop">
          <a:avLst>
            <a:gd name="adj" fmla="val 100000"/>
          </a:avLst>
        </a:prstGeom>
        <a:solidFill>
          <a:schemeClr val="accent5">
            <a:hueOff val="-2803860"/>
            <a:satOff val="4123"/>
            <a:lumOff val="352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A3577-EC19-4CCC-85B8-6E6A78395C32}">
      <dsp:nvSpPr>
        <dsp:cNvPr id="0" name=""/>
        <dsp:cNvSpPr/>
      </dsp:nvSpPr>
      <dsp:spPr>
        <a:xfrm>
          <a:off x="7088481" y="866852"/>
          <a:ext cx="1494919" cy="14946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2803860"/>
              <a:satOff val="4123"/>
              <a:lumOff val="35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Open Source</a:t>
          </a:r>
        </a:p>
      </dsp:txBody>
      <dsp:txXfrm>
        <a:off x="7302187" y="1080419"/>
        <a:ext cx="1067509" cy="1067551"/>
      </dsp:txXfrm>
    </dsp:sp>
    <dsp:sp modelId="{3CC15CAF-90E3-41C3-AC80-F116C280EEDE}">
      <dsp:nvSpPr>
        <dsp:cNvPr id="0" name=""/>
        <dsp:cNvSpPr/>
      </dsp:nvSpPr>
      <dsp:spPr>
        <a:xfrm rot="2700000">
          <a:off x="5379969" y="813281"/>
          <a:ext cx="1601546" cy="1601546"/>
        </a:xfrm>
        <a:prstGeom prst="teardrop">
          <a:avLst>
            <a:gd name="adj" fmla="val 100000"/>
          </a:avLst>
        </a:prstGeom>
        <a:solidFill>
          <a:schemeClr val="accent5">
            <a:hueOff val="-5607719"/>
            <a:satOff val="8245"/>
            <a:lumOff val="705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11F34-29CE-4D6C-BED7-1C6F3D9F5F74}">
      <dsp:nvSpPr>
        <dsp:cNvPr id="0" name=""/>
        <dsp:cNvSpPr/>
      </dsp:nvSpPr>
      <dsp:spPr>
        <a:xfrm>
          <a:off x="5433791" y="866852"/>
          <a:ext cx="1494919" cy="14946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5607719"/>
              <a:satOff val="8245"/>
              <a:lumOff val="7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Versatile</a:t>
          </a:r>
        </a:p>
      </dsp:txBody>
      <dsp:txXfrm>
        <a:off x="5647497" y="1080419"/>
        <a:ext cx="1067509" cy="1067551"/>
      </dsp:txXfrm>
    </dsp:sp>
    <dsp:sp modelId="{D3F26B6A-A803-4F90-A2CA-932A1E6080E8}">
      <dsp:nvSpPr>
        <dsp:cNvPr id="0" name=""/>
        <dsp:cNvSpPr/>
      </dsp:nvSpPr>
      <dsp:spPr>
        <a:xfrm rot="2700000">
          <a:off x="3725279" y="813281"/>
          <a:ext cx="1601546" cy="1601546"/>
        </a:xfrm>
        <a:prstGeom prst="teardrop">
          <a:avLst>
            <a:gd name="adj" fmla="val 100000"/>
          </a:avLst>
        </a:prstGeom>
        <a:solidFill>
          <a:schemeClr val="accent5">
            <a:hueOff val="-8411580"/>
            <a:satOff val="12368"/>
            <a:lumOff val="1058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144FB-274C-4434-ADA3-BF97BC1E0974}">
      <dsp:nvSpPr>
        <dsp:cNvPr id="0" name=""/>
        <dsp:cNvSpPr/>
      </dsp:nvSpPr>
      <dsp:spPr>
        <a:xfrm>
          <a:off x="3779102" y="866852"/>
          <a:ext cx="1494919" cy="14946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8411580"/>
              <a:satOff val="12368"/>
              <a:lumOff val="10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Scalable</a:t>
          </a:r>
        </a:p>
      </dsp:txBody>
      <dsp:txXfrm>
        <a:off x="3991789" y="1080419"/>
        <a:ext cx="1067509" cy="1067551"/>
      </dsp:txXfrm>
    </dsp:sp>
    <dsp:sp modelId="{D594B0EF-246C-474E-936A-77407E44B62A}">
      <dsp:nvSpPr>
        <dsp:cNvPr id="0" name=""/>
        <dsp:cNvSpPr/>
      </dsp:nvSpPr>
      <dsp:spPr>
        <a:xfrm rot="2700000">
          <a:off x="2070589" y="813281"/>
          <a:ext cx="1601546" cy="1601546"/>
        </a:xfrm>
        <a:prstGeom prst="teardrop">
          <a:avLst>
            <a:gd name="adj" fmla="val 100000"/>
          </a:avLst>
        </a:prstGeom>
        <a:solidFill>
          <a:schemeClr val="accent5">
            <a:hueOff val="-11215439"/>
            <a:satOff val="16490"/>
            <a:lumOff val="1411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5EC9A-ABA6-4F9E-878A-FEF9230C4D50}">
      <dsp:nvSpPr>
        <dsp:cNvPr id="0" name=""/>
        <dsp:cNvSpPr/>
      </dsp:nvSpPr>
      <dsp:spPr>
        <a:xfrm>
          <a:off x="2124412" y="866852"/>
          <a:ext cx="1494919" cy="14946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11215439"/>
              <a:satOff val="16490"/>
              <a:lumOff val="14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Secure	</a:t>
          </a:r>
        </a:p>
      </dsp:txBody>
      <dsp:txXfrm>
        <a:off x="2337099" y="1080419"/>
        <a:ext cx="1067509" cy="1067551"/>
      </dsp:txXfrm>
    </dsp:sp>
    <dsp:sp modelId="{B54393A4-BCAD-4536-970E-09ADF1009EAA}">
      <dsp:nvSpPr>
        <dsp:cNvPr id="0" name=""/>
        <dsp:cNvSpPr/>
      </dsp:nvSpPr>
      <dsp:spPr>
        <a:xfrm rot="2700000">
          <a:off x="415900" y="813281"/>
          <a:ext cx="1601546" cy="1601546"/>
        </a:xfrm>
        <a:prstGeom prst="teardrop">
          <a:avLst>
            <a:gd name="adj" fmla="val 100000"/>
          </a:avLst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E3A36-EE70-4C9B-911B-583D3DBD631C}">
      <dsp:nvSpPr>
        <dsp:cNvPr id="0" name=""/>
        <dsp:cNvSpPr/>
      </dsp:nvSpPr>
      <dsp:spPr>
        <a:xfrm>
          <a:off x="468704" y="866852"/>
          <a:ext cx="1494919" cy="149468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Rapid Development</a:t>
          </a:r>
        </a:p>
      </dsp:txBody>
      <dsp:txXfrm>
        <a:off x="682410" y="1080419"/>
        <a:ext cx="1067509" cy="10675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D997C-CE91-4065-908A-4318139CC399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3A179-9DAE-450C-94FB-53E8C3C8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9AD8DC4-9FCB-4680-8247-A1F2DD620E87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FCE9-F346-45F2-95F3-D39EB8912A8E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9353-8DFC-4AFC-8102-BB3206AC82E4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6F6F-EFC7-4394-B794-6FEFAD4A2775}" type="datetime1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EFFB-8FA1-4BAD-8702-24A1B778342B}" type="datetime1">
              <a:rPr lang="en-US" smtClean="0"/>
              <a:t>4/9/2022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FCFB-0973-4BE5-A859-4170D928D8A3}" type="datetime1">
              <a:rPr lang="en-US" smtClean="0"/>
              <a:t>4/9/2022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DD2A-877B-43B0-98EA-C76E15752D21}" type="datetime1">
              <a:rPr lang="en-US" smtClean="0"/>
              <a:t>4/9/2022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38C0-D298-452E-A775-F9C3ABDD9B03}" type="datetime1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2E0F-9C3A-4973-BBAB-3C5251441671}" type="datetime1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7575-E71E-408B-9FE6-154DAA6F36DB}" type="datetime1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20C-8832-452D-9FF1-71979E732660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BA3F-BB0C-4DF8-8BA6-0E0E8FC1FDBD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5AB0-8512-4124-AE2E-E4C01A7204EE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7D4B-1D92-4D5E-ADE0-3DD7D11B9830}" type="datetime1">
              <a:rPr lang="en-US" smtClean="0"/>
              <a:t>4/9/2022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FB43-B33F-4404-924E-BF1382461569}" type="datetime1">
              <a:rPr lang="en-US" smtClean="0"/>
              <a:t>4/9/2022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A79FE78-6215-42F7-99B6-4FC1EC025E5A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76C977E-DD79-4C45-AEC9-D11E698B9896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B0B7CF-E385-4015-BBAF-6B02779E05CB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84115"/>
            <a:ext cx="8825658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1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Introduction to Django</a:t>
            </a:r>
            <a:endParaRPr lang="en-US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4.0.1</a:t>
            </a:r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6802583" y="5727684"/>
            <a:ext cx="4668900" cy="430725"/>
          </a:xfrm>
          <a:prstGeom prst="rect">
            <a:avLst/>
          </a:prstGeom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Written and design by: Babar </a:t>
            </a:r>
            <a:r>
              <a:rPr lang="en-US" sz="2000" b="1" dirty="0" err="1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016D5-09FF-4268-BF3D-93E15637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Django?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3A521-24E6-4753-BB42-E18ABCAA92BA}"/>
              </a:ext>
            </a:extLst>
          </p:cNvPr>
          <p:cNvSpPr txBox="1"/>
          <p:nvPr/>
        </p:nvSpPr>
        <p:spPr>
          <a:xfrm>
            <a:off x="1154954" y="2460463"/>
            <a:ext cx="10285708" cy="1286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Django is a web application framework written in Python programming language.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The Django is very demanding due to its rapid development feature. It takes less time to build application after collecting client requirement.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1F3C0C-6A8F-4029-B835-4C59C909DA6F}"/>
              </a:ext>
            </a:extLst>
          </p:cNvPr>
          <p:cNvSpPr txBox="1"/>
          <p:nvPr/>
        </p:nvSpPr>
        <p:spPr>
          <a:xfrm>
            <a:off x="1154954" y="4015831"/>
            <a:ext cx="10285708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By using Django, we can build web applications in very less time. Django is designed in such a manner that it handles much of configure things automatically, so we can focus on application development only.</a:t>
            </a:r>
          </a:p>
        </p:txBody>
      </p:sp>
    </p:spTree>
    <p:extLst>
      <p:ext uri="{BB962C8B-B14F-4D97-AF65-F5344CB8AC3E}">
        <p14:creationId xmlns:p14="http://schemas.microsoft.com/office/powerpoint/2010/main" val="146291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Popularity Of Django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219D5FC-9C45-4715-A7E5-B3C9BB3EAF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629275"/>
              </p:ext>
            </p:extLst>
          </p:nvPr>
        </p:nvGraphicFramePr>
        <p:xfrm>
          <a:off x="1256349" y="2586180"/>
          <a:ext cx="9679301" cy="329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2003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Feature Of Django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2D4CCFE-252F-4142-A418-078B734EC9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1608013"/>
              </p:ext>
            </p:extLst>
          </p:nvPr>
        </p:nvGraphicFramePr>
        <p:xfrm>
          <a:off x="908478" y="2462260"/>
          <a:ext cx="10375044" cy="3228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40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93840" y="2358887"/>
            <a:ext cx="10196900" cy="1326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Before download the download you must download the Python in your PC.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Go to Official website of Python download it and Install in your pc: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www.python.org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download Python?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FD3D6-93CC-4BEE-B91E-8FBB0C27B32C}"/>
              </a:ext>
            </a:extLst>
          </p:cNvPr>
          <p:cNvSpPr txBox="1"/>
          <p:nvPr/>
        </p:nvSpPr>
        <p:spPr>
          <a:xfrm>
            <a:off x="938419" y="3754821"/>
            <a:ext cx="723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if Python install in your PC or Laptop write in CMD.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6CC3C2-3B1B-4765-9DCC-FAC96643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020DC5-C321-4344-9E1D-21336501CE0B}"/>
              </a:ext>
            </a:extLst>
          </p:cNvPr>
          <p:cNvSpPr txBox="1"/>
          <p:nvPr/>
        </p:nvSpPr>
        <p:spPr>
          <a:xfrm>
            <a:off x="1085679" y="4676147"/>
            <a:ext cx="3611009" cy="12254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/>
              <a:t>&gt;&gt;&gt; python --version</a:t>
            </a:r>
          </a:p>
          <a:p>
            <a:pPr algn="just">
              <a:lnSpc>
                <a:spcPct val="200000"/>
              </a:lnSpc>
            </a:pPr>
            <a:r>
              <a:rPr lang="en-US" sz="2000" b="1" dirty="0"/>
              <a:t>&gt;&gt;&gt; python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D6D7A6-970F-4C69-9309-632246EE1CD6}"/>
              </a:ext>
            </a:extLst>
          </p:cNvPr>
          <p:cNvCxnSpPr>
            <a:cxnSpLocks/>
          </p:cNvCxnSpPr>
          <p:nvPr/>
        </p:nvCxnSpPr>
        <p:spPr>
          <a:xfrm>
            <a:off x="3782288" y="5081975"/>
            <a:ext cx="14131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829B6BD-B640-4F3B-B37F-E65024C430DB}"/>
              </a:ext>
            </a:extLst>
          </p:cNvPr>
          <p:cNvSpPr txBox="1"/>
          <p:nvPr/>
        </p:nvSpPr>
        <p:spPr>
          <a:xfrm>
            <a:off x="5195451" y="4865457"/>
            <a:ext cx="3158840" cy="4148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Check the version of Python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708A7E-DBD7-4351-8185-B59BD4016390}"/>
              </a:ext>
            </a:extLst>
          </p:cNvPr>
          <p:cNvCxnSpPr>
            <a:cxnSpLocks/>
          </p:cNvCxnSpPr>
          <p:nvPr/>
        </p:nvCxnSpPr>
        <p:spPr>
          <a:xfrm>
            <a:off x="3782288" y="5715399"/>
            <a:ext cx="14131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E2ADAF5-C8AC-4929-A2F0-CC0BC54A3C52}"/>
              </a:ext>
            </a:extLst>
          </p:cNvPr>
          <p:cNvSpPr txBox="1"/>
          <p:nvPr/>
        </p:nvSpPr>
        <p:spPr>
          <a:xfrm>
            <a:off x="5195452" y="5507970"/>
            <a:ext cx="3158839" cy="4148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Enter the Python Shell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55E293-A780-4409-BF81-9FD8D8A4FD4C}"/>
              </a:ext>
            </a:extLst>
          </p:cNvPr>
          <p:cNvSpPr txBox="1"/>
          <p:nvPr/>
        </p:nvSpPr>
        <p:spPr>
          <a:xfrm>
            <a:off x="1085679" y="4220957"/>
            <a:ext cx="3611009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shell</a:t>
            </a:r>
          </a:p>
        </p:txBody>
      </p:sp>
    </p:spTree>
    <p:extLst>
      <p:ext uri="{BB962C8B-B14F-4D97-AF65-F5344CB8AC3E}">
        <p14:creationId xmlns:p14="http://schemas.microsoft.com/office/powerpoint/2010/main" val="311544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PIP?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3A521-24E6-4753-BB42-E18ABCAA92BA}"/>
              </a:ext>
            </a:extLst>
          </p:cNvPr>
          <p:cNvSpPr txBox="1"/>
          <p:nvPr/>
        </p:nvSpPr>
        <p:spPr>
          <a:xfrm>
            <a:off x="1154954" y="2460463"/>
            <a:ext cx="10285708" cy="1286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Pip is a package manager system which is used to install and manage packages written in Python. For Python 3.4 and higher versions </a:t>
            </a:r>
            <a:r>
              <a:rPr lang="en-US" sz="1800" b="1" dirty="0"/>
              <a:t>pip</a:t>
            </a:r>
            <a:r>
              <a:rPr lang="en-US" sz="1800" dirty="0"/>
              <a:t> is used to manage packages.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/>
              <a:t>Django requires </a:t>
            </a:r>
            <a:r>
              <a:rPr lang="en-US" sz="1800" b="1" dirty="0"/>
              <a:t>pip</a:t>
            </a:r>
            <a:r>
              <a:rPr lang="en-US" sz="1800" dirty="0"/>
              <a:t> to start installation.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C110F0-2F35-47B6-982C-2E63D08BDCD6}"/>
              </a:ext>
            </a:extLst>
          </p:cNvPr>
          <p:cNvSpPr txBox="1"/>
          <p:nvPr/>
        </p:nvSpPr>
        <p:spPr>
          <a:xfrm>
            <a:off x="1154954" y="3954492"/>
            <a:ext cx="10285708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To check </a:t>
            </a:r>
            <a:r>
              <a:rPr lang="en-US" sz="1800" b="1" dirty="0"/>
              <a:t>PIP</a:t>
            </a:r>
            <a:r>
              <a:rPr lang="en-US" sz="1800" dirty="0"/>
              <a:t> install in your PC or not write the following command in </a:t>
            </a:r>
            <a:r>
              <a:rPr lang="en-US" sz="1800" b="1" dirty="0"/>
              <a:t>CMD</a:t>
            </a:r>
            <a:r>
              <a:rPr lang="en-US" sz="18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3979D-5BD7-429A-B95E-09A51E8CF4DC}"/>
              </a:ext>
            </a:extLst>
          </p:cNvPr>
          <p:cNvSpPr txBox="1"/>
          <p:nvPr/>
        </p:nvSpPr>
        <p:spPr>
          <a:xfrm>
            <a:off x="1612155" y="5052864"/>
            <a:ext cx="3611009" cy="12254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/>
              <a:t>&gt;&gt;&gt; pip --version</a:t>
            </a:r>
          </a:p>
          <a:p>
            <a:pPr algn="just">
              <a:lnSpc>
                <a:spcPct val="200000"/>
              </a:lnSpc>
            </a:pPr>
            <a:r>
              <a:rPr lang="en-US" sz="2000" b="1" dirty="0"/>
              <a:t>&gt;&gt;&gt; python --version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57BEE0B-1CD8-4E8F-B968-6ECF77FD8868}"/>
              </a:ext>
            </a:extLst>
          </p:cNvPr>
          <p:cNvCxnSpPr>
            <a:cxnSpLocks/>
          </p:cNvCxnSpPr>
          <p:nvPr/>
        </p:nvCxnSpPr>
        <p:spPr>
          <a:xfrm>
            <a:off x="3990109" y="5458692"/>
            <a:ext cx="17318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362518-6984-4A6D-86E0-751C060F3B61}"/>
              </a:ext>
            </a:extLst>
          </p:cNvPr>
          <p:cNvSpPr txBox="1"/>
          <p:nvPr/>
        </p:nvSpPr>
        <p:spPr>
          <a:xfrm>
            <a:off x="5721927" y="5231097"/>
            <a:ext cx="3255818" cy="4551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Check the version of PIP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210590-90AE-4E29-806F-4D7AD0ECBD8C}"/>
              </a:ext>
            </a:extLst>
          </p:cNvPr>
          <p:cNvCxnSpPr>
            <a:cxnSpLocks/>
          </p:cNvCxnSpPr>
          <p:nvPr/>
        </p:nvCxnSpPr>
        <p:spPr>
          <a:xfrm>
            <a:off x="4308764" y="6092116"/>
            <a:ext cx="14131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35AE2C-6F18-4D80-923A-0B467F5465B7}"/>
              </a:ext>
            </a:extLst>
          </p:cNvPr>
          <p:cNvSpPr txBox="1"/>
          <p:nvPr/>
        </p:nvSpPr>
        <p:spPr>
          <a:xfrm>
            <a:off x="5721927" y="5864521"/>
            <a:ext cx="3611009" cy="4551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Check the version of Python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E5C3D7-2C52-4A63-9C99-297DB36B5D6F}"/>
              </a:ext>
            </a:extLst>
          </p:cNvPr>
          <p:cNvSpPr txBox="1"/>
          <p:nvPr/>
        </p:nvSpPr>
        <p:spPr>
          <a:xfrm>
            <a:off x="1612155" y="4606625"/>
            <a:ext cx="3611009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shell</a:t>
            </a:r>
          </a:p>
        </p:txBody>
      </p:sp>
    </p:spTree>
    <p:extLst>
      <p:ext uri="{BB962C8B-B14F-4D97-AF65-F5344CB8AC3E}">
        <p14:creationId xmlns:p14="http://schemas.microsoft.com/office/powerpoint/2010/main" val="140964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889591" cy="706964"/>
          </a:xfrm>
        </p:spPr>
        <p:txBody>
          <a:bodyPr/>
          <a:lstStyle/>
          <a:p>
            <a:r>
              <a:rPr lang="en-US" dirty="0"/>
              <a:t>Some Basic command in CMD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6CC3C2-3B1B-4765-9DCC-FAC96643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0FAE30DB-5206-4A3C-9DC1-95E984F5F9CE}"/>
              </a:ext>
            </a:extLst>
          </p:cNvPr>
          <p:cNvSpPr txBox="1"/>
          <p:nvPr/>
        </p:nvSpPr>
        <p:spPr>
          <a:xfrm>
            <a:off x="1154955" y="2933827"/>
            <a:ext cx="3181518" cy="3082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cd desktop</a:t>
            </a:r>
          </a:p>
          <a:p>
            <a:pPr>
              <a:lnSpc>
                <a:spcPct val="200000"/>
              </a:lnSpc>
            </a:pP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mkdir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personal</a:t>
            </a:r>
          </a:p>
          <a:p>
            <a:pPr>
              <a:lnSpc>
                <a:spcPct val="200000"/>
              </a:lnSpc>
            </a:pP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cd personal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dir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cd 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DA32CF-0C69-4981-B8E4-BB3232936DA0}"/>
              </a:ext>
            </a:extLst>
          </p:cNvPr>
          <p:cNvCxnSpPr/>
          <p:nvPr/>
        </p:nvCxnSpPr>
        <p:spPr>
          <a:xfrm>
            <a:off x="3408218" y="3387435"/>
            <a:ext cx="15655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BA6E59-FAEF-4EC9-B26C-45AE8B60FE88}"/>
              </a:ext>
            </a:extLst>
          </p:cNvPr>
          <p:cNvCxnSpPr>
            <a:cxnSpLocks/>
          </p:cNvCxnSpPr>
          <p:nvPr/>
        </p:nvCxnSpPr>
        <p:spPr>
          <a:xfrm>
            <a:off x="3865418" y="3997035"/>
            <a:ext cx="11083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1B6375-0BE8-4001-916D-6B3213F3AA7D}"/>
              </a:ext>
            </a:extLst>
          </p:cNvPr>
          <p:cNvCxnSpPr>
            <a:cxnSpLocks/>
          </p:cNvCxnSpPr>
          <p:nvPr/>
        </p:nvCxnSpPr>
        <p:spPr>
          <a:xfrm>
            <a:off x="3553691" y="4578926"/>
            <a:ext cx="142009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89EB6E-24D7-48AA-AA46-BB9F6D66A954}"/>
              </a:ext>
            </a:extLst>
          </p:cNvPr>
          <p:cNvCxnSpPr>
            <a:cxnSpLocks/>
          </p:cNvCxnSpPr>
          <p:nvPr/>
        </p:nvCxnSpPr>
        <p:spPr>
          <a:xfrm>
            <a:off x="2618509" y="5188526"/>
            <a:ext cx="23552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F91006-DE7C-4F44-85C6-125E35E4F7CE}"/>
              </a:ext>
            </a:extLst>
          </p:cNvPr>
          <p:cNvCxnSpPr>
            <a:cxnSpLocks/>
          </p:cNvCxnSpPr>
          <p:nvPr/>
        </p:nvCxnSpPr>
        <p:spPr>
          <a:xfrm>
            <a:off x="3034145" y="5798126"/>
            <a:ext cx="19396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976E4AB-8903-443C-9B6A-E465340DE0D1}"/>
              </a:ext>
            </a:extLst>
          </p:cNvPr>
          <p:cNvSpPr txBox="1"/>
          <p:nvPr/>
        </p:nvSpPr>
        <p:spPr>
          <a:xfrm>
            <a:off x="4973782" y="3202769"/>
            <a:ext cx="507076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 to Desktop “cd” means current director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1A1CAE-44FD-42D3-949F-59F3F465FCAC}"/>
              </a:ext>
            </a:extLst>
          </p:cNvPr>
          <p:cNvSpPr txBox="1"/>
          <p:nvPr/>
        </p:nvSpPr>
        <p:spPr>
          <a:xfrm>
            <a:off x="4973782" y="3812369"/>
            <a:ext cx="507076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Create a Folder name “personal”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E565C1-1A52-4959-ADEC-2E48D976805D}"/>
              </a:ext>
            </a:extLst>
          </p:cNvPr>
          <p:cNvSpPr txBox="1"/>
          <p:nvPr/>
        </p:nvSpPr>
        <p:spPr>
          <a:xfrm>
            <a:off x="4973782" y="4394260"/>
            <a:ext cx="507076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 to personal folder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691942-9EBD-4D19-8B19-4A85D80C05AD}"/>
              </a:ext>
            </a:extLst>
          </p:cNvPr>
          <p:cNvSpPr txBox="1"/>
          <p:nvPr/>
        </p:nvSpPr>
        <p:spPr>
          <a:xfrm>
            <a:off x="4973782" y="5003860"/>
            <a:ext cx="507076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Show all the director with current directory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073E5E-C90F-4EF9-B1D8-DF058CDFCB26}"/>
              </a:ext>
            </a:extLst>
          </p:cNvPr>
          <p:cNvSpPr txBox="1"/>
          <p:nvPr/>
        </p:nvSpPr>
        <p:spPr>
          <a:xfrm>
            <a:off x="4973782" y="5613460"/>
            <a:ext cx="507076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 Back for one folder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FB629F-3EE1-42DB-8E14-D7ED0B20BDE7}"/>
              </a:ext>
            </a:extLst>
          </p:cNvPr>
          <p:cNvSpPr txBox="1"/>
          <p:nvPr/>
        </p:nvSpPr>
        <p:spPr>
          <a:xfrm>
            <a:off x="1154954" y="2486930"/>
            <a:ext cx="3181518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shell</a:t>
            </a:r>
          </a:p>
        </p:txBody>
      </p:sp>
    </p:spTree>
    <p:extLst>
      <p:ext uri="{BB962C8B-B14F-4D97-AF65-F5344CB8AC3E}">
        <p14:creationId xmlns:p14="http://schemas.microsoft.com/office/powerpoint/2010/main" val="2844451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0319" cy="706964"/>
          </a:xfrm>
        </p:spPr>
        <p:txBody>
          <a:bodyPr/>
          <a:lstStyle/>
          <a:p>
            <a:r>
              <a:rPr lang="en-US" sz="2800" dirty="0">
                <a:latin typeface="Arial Rounded MT Bold" panose="020F0704030504030204" pitchFamily="34" charset="0"/>
              </a:rPr>
              <a:t>How to Download / Install Django in Windows?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3A521-24E6-4753-BB42-E18ABCAA92BA}"/>
              </a:ext>
            </a:extLst>
          </p:cNvPr>
          <p:cNvSpPr txBox="1"/>
          <p:nvPr/>
        </p:nvSpPr>
        <p:spPr>
          <a:xfrm>
            <a:off x="1154954" y="2363597"/>
            <a:ext cx="9374501" cy="1286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dirty="0"/>
              <a:t>Django can be installed easily using </a:t>
            </a:r>
            <a:r>
              <a:rPr lang="en-US" altLang="en-US" b="1" dirty="0"/>
              <a:t>pip</a:t>
            </a:r>
            <a:r>
              <a:rPr lang="en-US" altLang="en-US" dirty="0"/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dirty="0"/>
              <a:t>In the command prompt, execute the following command: </a:t>
            </a:r>
            <a:r>
              <a:rPr lang="en-US" altLang="en-US" b="1" dirty="0"/>
              <a:t>pip install Django</a:t>
            </a:r>
            <a:r>
              <a:rPr lang="en-US" altLang="en-US" dirty="0"/>
              <a:t>. This will download and install Django.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3979D-5BD7-429A-B95E-09A51E8CF4DC}"/>
              </a:ext>
            </a:extLst>
          </p:cNvPr>
          <p:cNvSpPr txBox="1"/>
          <p:nvPr/>
        </p:nvSpPr>
        <p:spPr>
          <a:xfrm>
            <a:off x="1584446" y="4420200"/>
            <a:ext cx="4109772" cy="12254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/>
              <a:t>&gt;&gt;&gt; pip install </a:t>
            </a:r>
            <a:r>
              <a:rPr lang="en-US" sz="2000" dirty="0" err="1"/>
              <a:t>django</a:t>
            </a:r>
            <a:endParaRPr lang="en-US" sz="2000" dirty="0"/>
          </a:p>
          <a:p>
            <a:pPr algn="just">
              <a:lnSpc>
                <a:spcPct val="200000"/>
              </a:lnSpc>
            </a:pPr>
            <a:r>
              <a:rPr lang="en-US" sz="2000" dirty="0"/>
              <a:t>&gt;&gt;&gt; </a:t>
            </a:r>
            <a:r>
              <a:rPr lang="en-US" sz="2000" dirty="0" err="1"/>
              <a:t>django</a:t>
            </a:r>
            <a:r>
              <a:rPr lang="en-US" sz="2000" dirty="0"/>
              <a:t>-admin --version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57BEE0B-1CD8-4E8F-B968-6ECF77FD8868}"/>
              </a:ext>
            </a:extLst>
          </p:cNvPr>
          <p:cNvCxnSpPr>
            <a:cxnSpLocks/>
          </p:cNvCxnSpPr>
          <p:nvPr/>
        </p:nvCxnSpPr>
        <p:spPr>
          <a:xfrm>
            <a:off x="4918371" y="4826028"/>
            <a:ext cx="17318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362518-6984-4A6D-86E0-751C060F3B61}"/>
              </a:ext>
            </a:extLst>
          </p:cNvPr>
          <p:cNvSpPr txBox="1"/>
          <p:nvPr/>
        </p:nvSpPr>
        <p:spPr>
          <a:xfrm>
            <a:off x="6650189" y="4598433"/>
            <a:ext cx="4540550" cy="4551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Download Django in this command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210590-90AE-4E29-806F-4D7AD0ECBD8C}"/>
              </a:ext>
            </a:extLst>
          </p:cNvPr>
          <p:cNvCxnSpPr>
            <a:cxnSpLocks/>
          </p:cNvCxnSpPr>
          <p:nvPr/>
        </p:nvCxnSpPr>
        <p:spPr>
          <a:xfrm>
            <a:off x="5237026" y="5459452"/>
            <a:ext cx="14131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35AE2C-6F18-4D80-923A-0B467F5465B7}"/>
              </a:ext>
            </a:extLst>
          </p:cNvPr>
          <p:cNvSpPr txBox="1"/>
          <p:nvPr/>
        </p:nvSpPr>
        <p:spPr>
          <a:xfrm>
            <a:off x="6650189" y="5414527"/>
            <a:ext cx="4540550" cy="8706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Check the version of Django or check if Django install in your PC or not.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E45A5-0245-4CBC-BEF8-69215E760194}"/>
              </a:ext>
            </a:extLst>
          </p:cNvPr>
          <p:cNvSpPr txBox="1"/>
          <p:nvPr/>
        </p:nvSpPr>
        <p:spPr>
          <a:xfrm>
            <a:off x="1584446" y="3965011"/>
            <a:ext cx="4109772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shell</a:t>
            </a:r>
          </a:p>
        </p:txBody>
      </p:sp>
    </p:spTree>
    <p:extLst>
      <p:ext uri="{BB962C8B-B14F-4D97-AF65-F5344CB8AC3E}">
        <p14:creationId xmlns:p14="http://schemas.microsoft.com/office/powerpoint/2010/main" val="1223325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0319" cy="706964"/>
          </a:xfrm>
        </p:spPr>
        <p:txBody>
          <a:bodyPr/>
          <a:lstStyle/>
          <a:p>
            <a:r>
              <a:rPr lang="en-US" sz="2800" dirty="0">
                <a:latin typeface="Arial Rounded MT Bold" panose="020F0704030504030204" pitchFamily="34" charset="0"/>
              </a:rPr>
              <a:t>Setup a Django Project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3A521-24E6-4753-BB42-E18ABCAA92BA}"/>
              </a:ext>
            </a:extLst>
          </p:cNvPr>
          <p:cNvSpPr txBox="1"/>
          <p:nvPr/>
        </p:nvSpPr>
        <p:spPr>
          <a:xfrm>
            <a:off x="1154954" y="2377451"/>
            <a:ext cx="10164210" cy="1286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dirty="0"/>
              <a:t>After you’ve successfully installed Django, you’re ready to create the scaffolding for your new web application. The Django framework distinguishes between </a:t>
            </a:r>
            <a:r>
              <a:rPr lang="en-US" b="1" dirty="0"/>
              <a:t>projects</a:t>
            </a:r>
            <a:r>
              <a:rPr lang="en-US" dirty="0"/>
              <a:t> and </a:t>
            </a:r>
            <a:r>
              <a:rPr lang="en-US" b="1" dirty="0"/>
              <a:t>apps.</a:t>
            </a:r>
            <a:endParaRPr lang="en-US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DC843E-9C5F-4F93-91DA-313FB91E2621}"/>
              </a:ext>
            </a:extLst>
          </p:cNvPr>
          <p:cNvSpPr txBox="1"/>
          <p:nvPr/>
        </p:nvSpPr>
        <p:spPr>
          <a:xfrm>
            <a:off x="1551709" y="3829516"/>
            <a:ext cx="9355013" cy="115352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/>
              <a:t>A Django project</a:t>
            </a: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Django project is a high-level unit of organization that contains logic that governs your whole web application. Each project can contain multiple apps.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151645-BDE2-4B3B-B503-69ECA02911E7}"/>
              </a:ext>
            </a:extLst>
          </p:cNvPr>
          <p:cNvSpPr txBox="1"/>
          <p:nvPr/>
        </p:nvSpPr>
        <p:spPr>
          <a:xfrm>
            <a:off x="1551709" y="5121206"/>
            <a:ext cx="9355013" cy="115352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arenR" startAt="2"/>
            </a:pPr>
            <a:r>
              <a:rPr lang="en-US" sz="1600" b="1" dirty="0"/>
              <a:t>A Django app 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Django app is a lower-level unit of your web application. You can have zero to many apps in a project, and you’ll usually have at least one app.</a:t>
            </a:r>
          </a:p>
        </p:txBody>
      </p:sp>
    </p:spTree>
    <p:extLst>
      <p:ext uri="{BB962C8B-B14F-4D97-AF65-F5344CB8AC3E}">
        <p14:creationId xmlns:p14="http://schemas.microsoft.com/office/powerpoint/2010/main" val="741452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0319" cy="706964"/>
          </a:xfrm>
        </p:spPr>
        <p:txBody>
          <a:bodyPr/>
          <a:lstStyle/>
          <a:p>
            <a:r>
              <a:rPr lang="en-US" sz="2800" dirty="0">
                <a:latin typeface="Arial Rounded MT Bold" panose="020F0704030504030204" pitchFamily="34" charset="0"/>
              </a:rPr>
              <a:t>Create Your First Django Project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3A521-24E6-4753-BB42-E18ABCAA92BA}"/>
              </a:ext>
            </a:extLst>
          </p:cNvPr>
          <p:cNvSpPr txBox="1"/>
          <p:nvPr/>
        </p:nvSpPr>
        <p:spPr>
          <a:xfrm>
            <a:off x="1154954" y="2446723"/>
            <a:ext cx="9776282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With your virtual environment set up and activated and Django installed, you can now create a project. To create Django project write the following command.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8BB46B-64DD-4310-9924-E89E1FF63BE3}"/>
              </a:ext>
            </a:extLst>
          </p:cNvPr>
          <p:cNvSpPr txBox="1"/>
          <p:nvPr/>
        </p:nvSpPr>
        <p:spPr>
          <a:xfrm>
            <a:off x="1524613" y="3997791"/>
            <a:ext cx="7453132" cy="18419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/>
              <a:t>&gt;&gt;&gt; </a:t>
            </a:r>
            <a:r>
              <a:rPr lang="en-US" sz="2000" dirty="0" err="1"/>
              <a:t>django</a:t>
            </a:r>
            <a:r>
              <a:rPr lang="en-US" sz="2000" dirty="0"/>
              <a:t>-admin </a:t>
            </a:r>
            <a:r>
              <a:rPr lang="en-US" sz="2000" dirty="0" err="1"/>
              <a:t>startproject</a:t>
            </a:r>
            <a:r>
              <a:rPr lang="en-US" sz="2000" dirty="0"/>
              <a:t> &lt; your project name &gt;</a:t>
            </a:r>
          </a:p>
          <a:p>
            <a:pPr algn="just">
              <a:lnSpc>
                <a:spcPct val="200000"/>
              </a:lnSpc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00B050"/>
                </a:solidFill>
              </a:rPr>
              <a:t># Example to create project</a:t>
            </a:r>
          </a:p>
          <a:p>
            <a:pPr algn="just">
              <a:lnSpc>
                <a:spcPct val="200000"/>
              </a:lnSpc>
            </a:pPr>
            <a:r>
              <a:rPr lang="en-US" sz="2000" dirty="0"/>
              <a:t>&gt;&gt;&gt; </a:t>
            </a:r>
            <a:r>
              <a:rPr lang="en-US" sz="2000" dirty="0" err="1"/>
              <a:t>django</a:t>
            </a:r>
            <a:r>
              <a:rPr lang="en-US" sz="2000" dirty="0"/>
              <a:t>-admin </a:t>
            </a:r>
            <a:r>
              <a:rPr lang="en-US" sz="2000" dirty="0" err="1"/>
              <a:t>startproject</a:t>
            </a:r>
            <a:r>
              <a:rPr lang="en-US" sz="2000" dirty="0"/>
              <a:t> </a:t>
            </a:r>
            <a:r>
              <a:rPr lang="en-US" sz="2000" dirty="0" err="1"/>
              <a:t>my_site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5669-494A-4D6E-9E7A-5F5FA820908A}"/>
              </a:ext>
            </a:extLst>
          </p:cNvPr>
          <p:cNvSpPr txBox="1"/>
          <p:nvPr/>
        </p:nvSpPr>
        <p:spPr>
          <a:xfrm>
            <a:off x="1524613" y="3540590"/>
            <a:ext cx="7453132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shell</a:t>
            </a:r>
          </a:p>
        </p:txBody>
      </p:sp>
    </p:spTree>
    <p:extLst>
      <p:ext uri="{BB962C8B-B14F-4D97-AF65-F5344CB8AC3E}">
        <p14:creationId xmlns:p14="http://schemas.microsoft.com/office/powerpoint/2010/main" val="4136286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0319" cy="706964"/>
          </a:xfrm>
        </p:spPr>
        <p:txBody>
          <a:bodyPr/>
          <a:lstStyle/>
          <a:p>
            <a:r>
              <a:rPr lang="en-US" sz="2800" dirty="0">
                <a:latin typeface="Arial Rounded MT Bold" panose="020F0704030504030204" pitchFamily="34" charset="0"/>
              </a:rPr>
              <a:t>How to Run Django project in Windows?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3A521-24E6-4753-BB42-E18ABCAA92BA}"/>
              </a:ext>
            </a:extLst>
          </p:cNvPr>
          <p:cNvSpPr txBox="1"/>
          <p:nvPr/>
        </p:nvSpPr>
        <p:spPr>
          <a:xfrm>
            <a:off x="1154954" y="2446723"/>
            <a:ext cx="9776282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Access your project folder using “</a:t>
            </a:r>
            <a:r>
              <a:rPr lang="en-US" b="1" dirty="0"/>
              <a:t>cd</a:t>
            </a:r>
            <a:r>
              <a:rPr lang="en-US" dirty="0"/>
              <a:t> ”.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To run or activate Django project in windows run the following command.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8BB46B-64DD-4310-9924-E89E1FF63BE3}"/>
              </a:ext>
            </a:extLst>
          </p:cNvPr>
          <p:cNvSpPr txBox="1"/>
          <p:nvPr/>
        </p:nvSpPr>
        <p:spPr>
          <a:xfrm>
            <a:off x="1524613" y="4011638"/>
            <a:ext cx="5139423" cy="24575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rgbClr val="00B050"/>
                </a:solidFill>
              </a:rPr>
              <a:t>// Access Django project Folder</a:t>
            </a:r>
          </a:p>
          <a:p>
            <a:pPr algn="just">
              <a:lnSpc>
                <a:spcPct val="200000"/>
              </a:lnSpc>
            </a:pPr>
            <a:r>
              <a:rPr lang="en-US" sz="2000" dirty="0"/>
              <a:t>&gt;&gt;&gt; cd </a:t>
            </a:r>
            <a:r>
              <a:rPr lang="en-US" sz="2000" dirty="0" err="1"/>
              <a:t>my_site</a:t>
            </a:r>
            <a:endParaRPr lang="en-US" sz="2000" dirty="0"/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rgbClr val="00B050"/>
                </a:solidFill>
              </a:rPr>
              <a:t>// Run the Django Project</a:t>
            </a:r>
          </a:p>
          <a:p>
            <a:pPr algn="just">
              <a:lnSpc>
                <a:spcPct val="200000"/>
              </a:lnSpc>
            </a:pPr>
            <a:r>
              <a:rPr lang="en-US" sz="2000" dirty="0"/>
              <a:t>&gt;&gt;&gt; python manage.py </a:t>
            </a:r>
            <a:r>
              <a:rPr lang="en-US" sz="2000" dirty="0" err="1"/>
              <a:t>runserver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5669-494A-4D6E-9E7A-5F5FA820908A}"/>
              </a:ext>
            </a:extLst>
          </p:cNvPr>
          <p:cNvSpPr txBox="1"/>
          <p:nvPr/>
        </p:nvSpPr>
        <p:spPr>
          <a:xfrm>
            <a:off x="1524613" y="3554437"/>
            <a:ext cx="5139423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shell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512B09-0394-47D8-96D8-D6869F8792BA}"/>
              </a:ext>
            </a:extLst>
          </p:cNvPr>
          <p:cNvCxnSpPr>
            <a:cxnSpLocks/>
          </p:cNvCxnSpPr>
          <p:nvPr/>
        </p:nvCxnSpPr>
        <p:spPr>
          <a:xfrm>
            <a:off x="3768436" y="5047701"/>
            <a:ext cx="31449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9662F16-EF4A-4F79-8B55-25ED3681AAF6}"/>
              </a:ext>
            </a:extLst>
          </p:cNvPr>
          <p:cNvSpPr txBox="1"/>
          <p:nvPr/>
        </p:nvSpPr>
        <p:spPr>
          <a:xfrm>
            <a:off x="6913425" y="4820106"/>
            <a:ext cx="3297375" cy="4551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Go to the </a:t>
            </a:r>
            <a:r>
              <a:rPr lang="en-US" dirty="0" err="1"/>
              <a:t>my_site</a:t>
            </a:r>
            <a:r>
              <a:rPr lang="en-US" dirty="0"/>
              <a:t> folder</a:t>
            </a:r>
            <a:endParaRPr lang="en-US" sz="18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AA8ADC-75AC-449B-A006-D922C078DBE3}"/>
              </a:ext>
            </a:extLst>
          </p:cNvPr>
          <p:cNvCxnSpPr>
            <a:cxnSpLocks/>
          </p:cNvCxnSpPr>
          <p:nvPr/>
        </p:nvCxnSpPr>
        <p:spPr>
          <a:xfrm>
            <a:off x="5818909" y="6255431"/>
            <a:ext cx="10945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74E211F-A358-431E-AAC0-2CA92330B54F}"/>
              </a:ext>
            </a:extLst>
          </p:cNvPr>
          <p:cNvSpPr txBox="1"/>
          <p:nvPr/>
        </p:nvSpPr>
        <p:spPr>
          <a:xfrm>
            <a:off x="6913425" y="6027836"/>
            <a:ext cx="3297375" cy="4551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Run the Django Project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9553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0319" cy="706964"/>
          </a:xfrm>
        </p:spPr>
        <p:txBody>
          <a:bodyPr/>
          <a:lstStyle/>
          <a:p>
            <a:r>
              <a:rPr lang="en-US" sz="2800" dirty="0">
                <a:latin typeface="Arial Rounded MT Bold" panose="020F0704030504030204" pitchFamily="34" charset="0"/>
              </a:rPr>
              <a:t>How your Project looks Like?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548385-F4F2-4633-94EB-CF7B2B2B1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247" y="2435372"/>
            <a:ext cx="8143505" cy="40200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033013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E480B-C7EA-408E-8634-B1C2B470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451</TotalTime>
  <Words>637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Rounded MT Bold</vt:lpstr>
      <vt:lpstr>Calibri</vt:lpstr>
      <vt:lpstr>Century Gothic</vt:lpstr>
      <vt:lpstr>Consolas</vt:lpstr>
      <vt:lpstr>Wingdings</vt:lpstr>
      <vt:lpstr>Wingdings 3</vt:lpstr>
      <vt:lpstr>Ion Boardroom</vt:lpstr>
      <vt:lpstr>Part 1  Introduction to Django</vt:lpstr>
      <vt:lpstr>What is Django?</vt:lpstr>
      <vt:lpstr>Popularity Of Django</vt:lpstr>
      <vt:lpstr>Feature Of Django</vt:lpstr>
      <vt:lpstr>How to download Python?</vt:lpstr>
      <vt:lpstr>What is PIP?</vt:lpstr>
      <vt:lpstr>Some Basic command in CMD</vt:lpstr>
      <vt:lpstr>How to Download / Install Django in Windows?</vt:lpstr>
      <vt:lpstr>Setup a Django Project</vt:lpstr>
      <vt:lpstr>Create Your First Django Project</vt:lpstr>
      <vt:lpstr>How to Run Django project in Windows?</vt:lpstr>
      <vt:lpstr>How your Project looks Like?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344</cp:revision>
  <dcterms:created xsi:type="dcterms:W3CDTF">2021-12-18T06:39:36Z</dcterms:created>
  <dcterms:modified xsi:type="dcterms:W3CDTF">2022-04-09T20:56:29Z</dcterms:modified>
</cp:coreProperties>
</file>