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9"/>
  </p:notesMasterIdLst>
  <p:sldIdLst>
    <p:sldId id="256" r:id="rId2"/>
    <p:sldId id="257" r:id="rId3"/>
    <p:sldId id="289" r:id="rId4"/>
    <p:sldId id="288" r:id="rId5"/>
    <p:sldId id="267" r:id="rId6"/>
    <p:sldId id="268" r:id="rId7"/>
    <p:sldId id="283" r:id="rId8"/>
    <p:sldId id="271" r:id="rId9"/>
    <p:sldId id="281" r:id="rId10"/>
    <p:sldId id="273" r:id="rId11"/>
    <p:sldId id="287" r:id="rId12"/>
    <p:sldId id="274" r:id="rId13"/>
    <p:sldId id="286" r:id="rId14"/>
    <p:sldId id="272" r:id="rId15"/>
    <p:sldId id="284" r:id="rId16"/>
    <p:sldId id="285" r:id="rId17"/>
    <p:sldId id="266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291" autoAdjust="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A1B443A-6F9D-4B6F-B0A5-D3C1BB7C9955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D11B89F4-54C3-4987-B03C-459EA239D394}">
      <dgm:prSet phldrT="[Text]"/>
      <dgm:spPr/>
      <dgm:t>
        <a:bodyPr/>
        <a:lstStyle/>
        <a:p>
          <a:r>
            <a:rPr lang="en-US" dirty="0"/>
            <a:t>Integer</a:t>
          </a:r>
        </a:p>
      </dgm:t>
    </dgm:pt>
    <dgm:pt modelId="{EA3B99F1-29B6-4EB5-9398-9397E5B516D4}" type="parTrans" cxnId="{8860A5FE-6FE5-4CAD-9B6F-4D592B04801F}">
      <dgm:prSet/>
      <dgm:spPr/>
      <dgm:t>
        <a:bodyPr/>
        <a:lstStyle/>
        <a:p>
          <a:endParaRPr lang="en-US"/>
        </a:p>
      </dgm:t>
    </dgm:pt>
    <dgm:pt modelId="{2EE6DAB3-CD32-48B3-A8AB-2B712541250E}" type="sibTrans" cxnId="{8860A5FE-6FE5-4CAD-9B6F-4D592B04801F}">
      <dgm:prSet/>
      <dgm:spPr/>
      <dgm:t>
        <a:bodyPr/>
        <a:lstStyle/>
        <a:p>
          <a:endParaRPr lang="en-US"/>
        </a:p>
      </dgm:t>
    </dgm:pt>
    <dgm:pt modelId="{82ECB617-9463-4E87-84E9-041D78B77392}">
      <dgm:prSet phldrT="[Text]"/>
      <dgm:spPr/>
      <dgm:t>
        <a:bodyPr/>
        <a:lstStyle/>
        <a:p>
          <a:r>
            <a:rPr lang="en-US" dirty="0"/>
            <a:t>Float</a:t>
          </a:r>
        </a:p>
      </dgm:t>
    </dgm:pt>
    <dgm:pt modelId="{26FD60E6-79DC-4515-921F-CFA8A83DF736}" type="parTrans" cxnId="{D59F8905-6D7E-43F5-A25C-264F0D12F4BA}">
      <dgm:prSet/>
      <dgm:spPr/>
      <dgm:t>
        <a:bodyPr/>
        <a:lstStyle/>
        <a:p>
          <a:endParaRPr lang="en-US"/>
        </a:p>
      </dgm:t>
    </dgm:pt>
    <dgm:pt modelId="{62937474-D24C-4BFD-A8C9-F9A2E3582E5F}" type="sibTrans" cxnId="{D59F8905-6D7E-43F5-A25C-264F0D12F4BA}">
      <dgm:prSet/>
      <dgm:spPr/>
      <dgm:t>
        <a:bodyPr/>
        <a:lstStyle/>
        <a:p>
          <a:endParaRPr lang="en-US"/>
        </a:p>
      </dgm:t>
    </dgm:pt>
    <dgm:pt modelId="{159B81E3-028D-4375-84EE-AD6E3E57606E}">
      <dgm:prSet phldrT="[Text]"/>
      <dgm:spPr/>
      <dgm:t>
        <a:bodyPr/>
        <a:lstStyle/>
        <a:p>
          <a:r>
            <a:rPr lang="en-US" dirty="0"/>
            <a:t>Character</a:t>
          </a:r>
        </a:p>
      </dgm:t>
    </dgm:pt>
    <dgm:pt modelId="{B19DBFE9-DB43-4B43-BEF9-4D90600C73E4}" type="parTrans" cxnId="{0A8DF3D0-E8E4-4398-BA73-9ACEDCE5459E}">
      <dgm:prSet/>
      <dgm:spPr/>
      <dgm:t>
        <a:bodyPr/>
        <a:lstStyle/>
        <a:p>
          <a:endParaRPr lang="en-US"/>
        </a:p>
      </dgm:t>
    </dgm:pt>
    <dgm:pt modelId="{9CD3A5CC-34A5-4904-A776-6E95C12ECF9D}" type="sibTrans" cxnId="{0A8DF3D0-E8E4-4398-BA73-9ACEDCE5459E}">
      <dgm:prSet/>
      <dgm:spPr/>
      <dgm:t>
        <a:bodyPr/>
        <a:lstStyle/>
        <a:p>
          <a:endParaRPr lang="en-US"/>
        </a:p>
      </dgm:t>
    </dgm:pt>
    <dgm:pt modelId="{20A0270E-1EE6-48A6-B6D3-0A63ACAC4D62}">
      <dgm:prSet phldrT="[Text]"/>
      <dgm:spPr/>
      <dgm:t>
        <a:bodyPr/>
        <a:lstStyle/>
        <a:p>
          <a:r>
            <a:rPr lang="en-US" dirty="0"/>
            <a:t>Boolean</a:t>
          </a:r>
        </a:p>
      </dgm:t>
    </dgm:pt>
    <dgm:pt modelId="{82851ECF-643A-4F57-9641-48C9D13913BC}" type="parTrans" cxnId="{F5BB960F-F701-4E1F-AA36-A540D28BF004}">
      <dgm:prSet/>
      <dgm:spPr/>
      <dgm:t>
        <a:bodyPr/>
        <a:lstStyle/>
        <a:p>
          <a:endParaRPr lang="en-US"/>
        </a:p>
      </dgm:t>
    </dgm:pt>
    <dgm:pt modelId="{FFBBDEDB-4299-451B-98A4-48DADE4B1E98}" type="sibTrans" cxnId="{F5BB960F-F701-4E1F-AA36-A540D28BF004}">
      <dgm:prSet/>
      <dgm:spPr/>
      <dgm:t>
        <a:bodyPr/>
        <a:lstStyle/>
        <a:p>
          <a:endParaRPr lang="en-US"/>
        </a:p>
      </dgm:t>
    </dgm:pt>
    <dgm:pt modelId="{B2BC4410-C6D4-40C0-9D13-0237D3F18D3B}">
      <dgm:prSet phldrT="[Text]"/>
      <dgm:spPr/>
      <dgm:t>
        <a:bodyPr/>
        <a:lstStyle/>
        <a:p>
          <a:r>
            <a:rPr lang="en-US" dirty="0"/>
            <a:t>Complex</a:t>
          </a:r>
        </a:p>
      </dgm:t>
    </dgm:pt>
    <dgm:pt modelId="{E69420B0-842A-4021-8A5C-FB77A78C90A1}" type="parTrans" cxnId="{2FD00B41-F473-425E-AFE0-F1392ECE482F}">
      <dgm:prSet/>
      <dgm:spPr/>
      <dgm:t>
        <a:bodyPr/>
        <a:lstStyle/>
        <a:p>
          <a:endParaRPr lang="en-US"/>
        </a:p>
      </dgm:t>
    </dgm:pt>
    <dgm:pt modelId="{3242459E-8BA6-4C25-A3C6-7A2516D723DE}" type="sibTrans" cxnId="{2FD00B41-F473-425E-AFE0-F1392ECE482F}">
      <dgm:prSet/>
      <dgm:spPr/>
      <dgm:t>
        <a:bodyPr/>
        <a:lstStyle/>
        <a:p>
          <a:endParaRPr lang="en-US"/>
        </a:p>
      </dgm:t>
    </dgm:pt>
    <dgm:pt modelId="{517ED017-AFD8-4913-AE98-2D0F3C95BFFF}" type="pres">
      <dgm:prSet presAssocID="{EA1B443A-6F9D-4B6F-B0A5-D3C1BB7C9955}" presName="Name0" presStyleCnt="0">
        <dgm:presLayoutVars>
          <dgm:dir/>
          <dgm:resizeHandles val="exact"/>
        </dgm:presLayoutVars>
      </dgm:prSet>
      <dgm:spPr/>
    </dgm:pt>
    <dgm:pt modelId="{F5782D78-C781-4EF8-A5EB-C8CC5C9F6D1D}" type="pres">
      <dgm:prSet presAssocID="{D11B89F4-54C3-4987-B03C-459EA239D394}" presName="node" presStyleLbl="node1" presStyleIdx="0" presStyleCnt="5">
        <dgm:presLayoutVars>
          <dgm:bulletEnabled val="1"/>
        </dgm:presLayoutVars>
      </dgm:prSet>
      <dgm:spPr/>
    </dgm:pt>
    <dgm:pt modelId="{28CA68F4-91E8-4E79-9059-D5E5A3F0CB3B}" type="pres">
      <dgm:prSet presAssocID="{2EE6DAB3-CD32-48B3-A8AB-2B712541250E}" presName="sibTrans" presStyleLbl="sibTrans2D1" presStyleIdx="0" presStyleCnt="4"/>
      <dgm:spPr/>
    </dgm:pt>
    <dgm:pt modelId="{C5CFAA48-3335-4D85-8C34-FF3015D1CB25}" type="pres">
      <dgm:prSet presAssocID="{2EE6DAB3-CD32-48B3-A8AB-2B712541250E}" presName="connectorText" presStyleLbl="sibTrans2D1" presStyleIdx="0" presStyleCnt="4"/>
      <dgm:spPr/>
    </dgm:pt>
    <dgm:pt modelId="{ECE1C8DF-5E2C-4FB4-A4CA-2A159CB1C61C}" type="pres">
      <dgm:prSet presAssocID="{82ECB617-9463-4E87-84E9-041D78B77392}" presName="node" presStyleLbl="node1" presStyleIdx="1" presStyleCnt="5">
        <dgm:presLayoutVars>
          <dgm:bulletEnabled val="1"/>
        </dgm:presLayoutVars>
      </dgm:prSet>
      <dgm:spPr/>
    </dgm:pt>
    <dgm:pt modelId="{A12EA3F6-62E3-4E25-BDB6-4C8EBA010CFD}" type="pres">
      <dgm:prSet presAssocID="{62937474-D24C-4BFD-A8C9-F9A2E3582E5F}" presName="sibTrans" presStyleLbl="sibTrans2D1" presStyleIdx="1" presStyleCnt="4"/>
      <dgm:spPr/>
    </dgm:pt>
    <dgm:pt modelId="{12C7C583-E5D8-43FF-A721-804E884705E7}" type="pres">
      <dgm:prSet presAssocID="{62937474-D24C-4BFD-A8C9-F9A2E3582E5F}" presName="connectorText" presStyleLbl="sibTrans2D1" presStyleIdx="1" presStyleCnt="4"/>
      <dgm:spPr/>
    </dgm:pt>
    <dgm:pt modelId="{C4C0D915-F32A-49DA-9907-CDE416F04EEA}" type="pres">
      <dgm:prSet presAssocID="{159B81E3-028D-4375-84EE-AD6E3E57606E}" presName="node" presStyleLbl="node1" presStyleIdx="2" presStyleCnt="5">
        <dgm:presLayoutVars>
          <dgm:bulletEnabled val="1"/>
        </dgm:presLayoutVars>
      </dgm:prSet>
      <dgm:spPr/>
    </dgm:pt>
    <dgm:pt modelId="{5ACEABD3-F77C-4A3C-BA49-F6DF28010493}" type="pres">
      <dgm:prSet presAssocID="{9CD3A5CC-34A5-4904-A776-6E95C12ECF9D}" presName="sibTrans" presStyleLbl="sibTrans2D1" presStyleIdx="2" presStyleCnt="4"/>
      <dgm:spPr/>
    </dgm:pt>
    <dgm:pt modelId="{E723EC68-EA9E-4BCC-BA6C-A934CC6B806C}" type="pres">
      <dgm:prSet presAssocID="{9CD3A5CC-34A5-4904-A776-6E95C12ECF9D}" presName="connectorText" presStyleLbl="sibTrans2D1" presStyleIdx="2" presStyleCnt="4"/>
      <dgm:spPr/>
    </dgm:pt>
    <dgm:pt modelId="{B057E256-A742-44A5-B9F5-09A84DEE8EA2}" type="pres">
      <dgm:prSet presAssocID="{20A0270E-1EE6-48A6-B6D3-0A63ACAC4D62}" presName="node" presStyleLbl="node1" presStyleIdx="3" presStyleCnt="5">
        <dgm:presLayoutVars>
          <dgm:bulletEnabled val="1"/>
        </dgm:presLayoutVars>
      </dgm:prSet>
      <dgm:spPr/>
    </dgm:pt>
    <dgm:pt modelId="{D8BA6AF3-86C0-424B-8387-27E4F85E5BB6}" type="pres">
      <dgm:prSet presAssocID="{FFBBDEDB-4299-451B-98A4-48DADE4B1E98}" presName="sibTrans" presStyleLbl="sibTrans2D1" presStyleIdx="3" presStyleCnt="4"/>
      <dgm:spPr/>
    </dgm:pt>
    <dgm:pt modelId="{071570D8-E60C-43A3-85CA-9EB4CD593B4E}" type="pres">
      <dgm:prSet presAssocID="{FFBBDEDB-4299-451B-98A4-48DADE4B1E98}" presName="connectorText" presStyleLbl="sibTrans2D1" presStyleIdx="3" presStyleCnt="4"/>
      <dgm:spPr/>
    </dgm:pt>
    <dgm:pt modelId="{EEED64B7-5BF2-46C2-B05C-08E075F5E122}" type="pres">
      <dgm:prSet presAssocID="{B2BC4410-C6D4-40C0-9D13-0237D3F18D3B}" presName="node" presStyleLbl="node1" presStyleIdx="4" presStyleCnt="5">
        <dgm:presLayoutVars>
          <dgm:bulletEnabled val="1"/>
        </dgm:presLayoutVars>
      </dgm:prSet>
      <dgm:spPr/>
    </dgm:pt>
  </dgm:ptLst>
  <dgm:cxnLst>
    <dgm:cxn modelId="{D59F8905-6D7E-43F5-A25C-264F0D12F4BA}" srcId="{EA1B443A-6F9D-4B6F-B0A5-D3C1BB7C9955}" destId="{82ECB617-9463-4E87-84E9-041D78B77392}" srcOrd="1" destOrd="0" parTransId="{26FD60E6-79DC-4515-921F-CFA8A83DF736}" sibTransId="{62937474-D24C-4BFD-A8C9-F9A2E3582E5F}"/>
    <dgm:cxn modelId="{F5BB960F-F701-4E1F-AA36-A540D28BF004}" srcId="{EA1B443A-6F9D-4B6F-B0A5-D3C1BB7C9955}" destId="{20A0270E-1EE6-48A6-B6D3-0A63ACAC4D62}" srcOrd="3" destOrd="0" parTransId="{82851ECF-643A-4F57-9641-48C9D13913BC}" sibTransId="{FFBBDEDB-4299-451B-98A4-48DADE4B1E98}"/>
    <dgm:cxn modelId="{DA79F23A-D034-4B6D-833A-6C270214D2C7}" type="presOf" srcId="{62937474-D24C-4BFD-A8C9-F9A2E3582E5F}" destId="{12C7C583-E5D8-43FF-A721-804E884705E7}" srcOrd="1" destOrd="0" presId="urn:microsoft.com/office/officeart/2005/8/layout/process1"/>
    <dgm:cxn modelId="{6DA6FB40-D850-4A4C-B51B-428B81159AE7}" type="presOf" srcId="{B2BC4410-C6D4-40C0-9D13-0237D3F18D3B}" destId="{EEED64B7-5BF2-46C2-B05C-08E075F5E122}" srcOrd="0" destOrd="0" presId="urn:microsoft.com/office/officeart/2005/8/layout/process1"/>
    <dgm:cxn modelId="{2FD00B41-F473-425E-AFE0-F1392ECE482F}" srcId="{EA1B443A-6F9D-4B6F-B0A5-D3C1BB7C9955}" destId="{B2BC4410-C6D4-40C0-9D13-0237D3F18D3B}" srcOrd="4" destOrd="0" parTransId="{E69420B0-842A-4021-8A5C-FB77A78C90A1}" sibTransId="{3242459E-8BA6-4C25-A3C6-7A2516D723DE}"/>
    <dgm:cxn modelId="{F64F9B49-1A90-4DCC-94DE-EC38775D53DB}" type="presOf" srcId="{159B81E3-028D-4375-84EE-AD6E3E57606E}" destId="{C4C0D915-F32A-49DA-9907-CDE416F04EEA}" srcOrd="0" destOrd="0" presId="urn:microsoft.com/office/officeart/2005/8/layout/process1"/>
    <dgm:cxn modelId="{39683750-F0F6-43C5-8239-4ABFDE52D2B8}" type="presOf" srcId="{2EE6DAB3-CD32-48B3-A8AB-2B712541250E}" destId="{28CA68F4-91E8-4E79-9059-D5E5A3F0CB3B}" srcOrd="0" destOrd="0" presId="urn:microsoft.com/office/officeart/2005/8/layout/process1"/>
    <dgm:cxn modelId="{86E6EA73-D9FE-4F90-90D0-3FD974E3689D}" type="presOf" srcId="{9CD3A5CC-34A5-4904-A776-6E95C12ECF9D}" destId="{E723EC68-EA9E-4BCC-BA6C-A934CC6B806C}" srcOrd="1" destOrd="0" presId="urn:microsoft.com/office/officeart/2005/8/layout/process1"/>
    <dgm:cxn modelId="{D18F9E77-0C68-45DE-8984-08AC8AD228A1}" type="presOf" srcId="{FFBBDEDB-4299-451B-98A4-48DADE4B1E98}" destId="{D8BA6AF3-86C0-424B-8387-27E4F85E5BB6}" srcOrd="0" destOrd="0" presId="urn:microsoft.com/office/officeart/2005/8/layout/process1"/>
    <dgm:cxn modelId="{D1D2897A-57C7-454A-800C-BD9811551D65}" type="presOf" srcId="{2EE6DAB3-CD32-48B3-A8AB-2B712541250E}" destId="{C5CFAA48-3335-4D85-8C34-FF3015D1CB25}" srcOrd="1" destOrd="0" presId="urn:microsoft.com/office/officeart/2005/8/layout/process1"/>
    <dgm:cxn modelId="{8D343D7F-D560-45AB-A3E7-3353D4855277}" type="presOf" srcId="{20A0270E-1EE6-48A6-B6D3-0A63ACAC4D62}" destId="{B057E256-A742-44A5-B9F5-09A84DEE8EA2}" srcOrd="0" destOrd="0" presId="urn:microsoft.com/office/officeart/2005/8/layout/process1"/>
    <dgm:cxn modelId="{5B65D18D-21B9-40E0-99B0-2D45C574C51E}" type="presOf" srcId="{FFBBDEDB-4299-451B-98A4-48DADE4B1E98}" destId="{071570D8-E60C-43A3-85CA-9EB4CD593B4E}" srcOrd="1" destOrd="0" presId="urn:microsoft.com/office/officeart/2005/8/layout/process1"/>
    <dgm:cxn modelId="{693652BE-CB5E-4C12-818D-C281FE448B2E}" type="presOf" srcId="{D11B89F4-54C3-4987-B03C-459EA239D394}" destId="{F5782D78-C781-4EF8-A5EB-C8CC5C9F6D1D}" srcOrd="0" destOrd="0" presId="urn:microsoft.com/office/officeart/2005/8/layout/process1"/>
    <dgm:cxn modelId="{CE0BC2CB-D739-4953-9EC3-7D98DD74E7FA}" type="presOf" srcId="{EA1B443A-6F9D-4B6F-B0A5-D3C1BB7C9955}" destId="{517ED017-AFD8-4913-AE98-2D0F3C95BFFF}" srcOrd="0" destOrd="0" presId="urn:microsoft.com/office/officeart/2005/8/layout/process1"/>
    <dgm:cxn modelId="{02A551CF-DA01-46DA-B474-13AD28415A87}" type="presOf" srcId="{82ECB617-9463-4E87-84E9-041D78B77392}" destId="{ECE1C8DF-5E2C-4FB4-A4CA-2A159CB1C61C}" srcOrd="0" destOrd="0" presId="urn:microsoft.com/office/officeart/2005/8/layout/process1"/>
    <dgm:cxn modelId="{C3690DD0-6898-4323-A8B6-976509C71BF4}" type="presOf" srcId="{62937474-D24C-4BFD-A8C9-F9A2E3582E5F}" destId="{A12EA3F6-62E3-4E25-BDB6-4C8EBA010CFD}" srcOrd="0" destOrd="0" presId="urn:microsoft.com/office/officeart/2005/8/layout/process1"/>
    <dgm:cxn modelId="{0A8DF3D0-E8E4-4398-BA73-9ACEDCE5459E}" srcId="{EA1B443A-6F9D-4B6F-B0A5-D3C1BB7C9955}" destId="{159B81E3-028D-4375-84EE-AD6E3E57606E}" srcOrd="2" destOrd="0" parTransId="{B19DBFE9-DB43-4B43-BEF9-4D90600C73E4}" sibTransId="{9CD3A5CC-34A5-4904-A776-6E95C12ECF9D}"/>
    <dgm:cxn modelId="{9A6B3ADD-8FA6-49DF-A979-F36564CC4919}" type="presOf" srcId="{9CD3A5CC-34A5-4904-A776-6E95C12ECF9D}" destId="{5ACEABD3-F77C-4A3C-BA49-F6DF28010493}" srcOrd="0" destOrd="0" presId="urn:microsoft.com/office/officeart/2005/8/layout/process1"/>
    <dgm:cxn modelId="{8860A5FE-6FE5-4CAD-9B6F-4D592B04801F}" srcId="{EA1B443A-6F9D-4B6F-B0A5-D3C1BB7C9955}" destId="{D11B89F4-54C3-4987-B03C-459EA239D394}" srcOrd="0" destOrd="0" parTransId="{EA3B99F1-29B6-4EB5-9398-9397E5B516D4}" sibTransId="{2EE6DAB3-CD32-48B3-A8AB-2B712541250E}"/>
    <dgm:cxn modelId="{481A15A2-D93E-49AD-A4F5-90AC6E659EBC}" type="presParOf" srcId="{517ED017-AFD8-4913-AE98-2D0F3C95BFFF}" destId="{F5782D78-C781-4EF8-A5EB-C8CC5C9F6D1D}" srcOrd="0" destOrd="0" presId="urn:microsoft.com/office/officeart/2005/8/layout/process1"/>
    <dgm:cxn modelId="{BFA00E1B-4832-407C-8B17-B8482124D9D2}" type="presParOf" srcId="{517ED017-AFD8-4913-AE98-2D0F3C95BFFF}" destId="{28CA68F4-91E8-4E79-9059-D5E5A3F0CB3B}" srcOrd="1" destOrd="0" presId="urn:microsoft.com/office/officeart/2005/8/layout/process1"/>
    <dgm:cxn modelId="{BEDE5E76-A821-4F1E-8E79-7DD8D44CB214}" type="presParOf" srcId="{28CA68F4-91E8-4E79-9059-D5E5A3F0CB3B}" destId="{C5CFAA48-3335-4D85-8C34-FF3015D1CB25}" srcOrd="0" destOrd="0" presId="urn:microsoft.com/office/officeart/2005/8/layout/process1"/>
    <dgm:cxn modelId="{3DD2E1DE-7045-41D7-8E83-06AB579959A9}" type="presParOf" srcId="{517ED017-AFD8-4913-AE98-2D0F3C95BFFF}" destId="{ECE1C8DF-5E2C-4FB4-A4CA-2A159CB1C61C}" srcOrd="2" destOrd="0" presId="urn:microsoft.com/office/officeart/2005/8/layout/process1"/>
    <dgm:cxn modelId="{D2B69696-7619-4678-978E-0E68353F369C}" type="presParOf" srcId="{517ED017-AFD8-4913-AE98-2D0F3C95BFFF}" destId="{A12EA3F6-62E3-4E25-BDB6-4C8EBA010CFD}" srcOrd="3" destOrd="0" presId="urn:microsoft.com/office/officeart/2005/8/layout/process1"/>
    <dgm:cxn modelId="{50491F4F-17EE-413D-B0B2-BCD240E152CB}" type="presParOf" srcId="{A12EA3F6-62E3-4E25-BDB6-4C8EBA010CFD}" destId="{12C7C583-E5D8-43FF-A721-804E884705E7}" srcOrd="0" destOrd="0" presId="urn:microsoft.com/office/officeart/2005/8/layout/process1"/>
    <dgm:cxn modelId="{FC4B03A6-FB4B-42E8-870B-A76890120D31}" type="presParOf" srcId="{517ED017-AFD8-4913-AE98-2D0F3C95BFFF}" destId="{C4C0D915-F32A-49DA-9907-CDE416F04EEA}" srcOrd="4" destOrd="0" presId="urn:microsoft.com/office/officeart/2005/8/layout/process1"/>
    <dgm:cxn modelId="{5968B303-18F6-480B-A631-DE60A76B75D2}" type="presParOf" srcId="{517ED017-AFD8-4913-AE98-2D0F3C95BFFF}" destId="{5ACEABD3-F77C-4A3C-BA49-F6DF28010493}" srcOrd="5" destOrd="0" presId="urn:microsoft.com/office/officeart/2005/8/layout/process1"/>
    <dgm:cxn modelId="{48FA34BC-16D8-40A8-8278-8B6A4B544F4C}" type="presParOf" srcId="{5ACEABD3-F77C-4A3C-BA49-F6DF28010493}" destId="{E723EC68-EA9E-4BCC-BA6C-A934CC6B806C}" srcOrd="0" destOrd="0" presId="urn:microsoft.com/office/officeart/2005/8/layout/process1"/>
    <dgm:cxn modelId="{4B3B85F7-F889-493C-8BE2-1DDC247FC328}" type="presParOf" srcId="{517ED017-AFD8-4913-AE98-2D0F3C95BFFF}" destId="{B057E256-A742-44A5-B9F5-09A84DEE8EA2}" srcOrd="6" destOrd="0" presId="urn:microsoft.com/office/officeart/2005/8/layout/process1"/>
    <dgm:cxn modelId="{D49A998F-B9D6-4F4A-B018-9CBD901956CB}" type="presParOf" srcId="{517ED017-AFD8-4913-AE98-2D0F3C95BFFF}" destId="{D8BA6AF3-86C0-424B-8387-27E4F85E5BB6}" srcOrd="7" destOrd="0" presId="urn:microsoft.com/office/officeart/2005/8/layout/process1"/>
    <dgm:cxn modelId="{675FB37D-12E9-4E7B-8452-8C011C2B9229}" type="presParOf" srcId="{D8BA6AF3-86C0-424B-8387-27E4F85E5BB6}" destId="{071570D8-E60C-43A3-85CA-9EB4CD593B4E}" srcOrd="0" destOrd="0" presId="urn:microsoft.com/office/officeart/2005/8/layout/process1"/>
    <dgm:cxn modelId="{854FFA34-16D9-4E5B-A26C-62161867CB81}" type="presParOf" srcId="{517ED017-AFD8-4913-AE98-2D0F3C95BFFF}" destId="{EEED64B7-5BF2-46C2-B05C-08E075F5E122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3ABCF47-B773-4D7F-AEF4-5596F0FD0B4D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B74C5E8-F89A-4C17-965D-64D07FFF0810}">
      <dgm:prSet phldrT="[Text]"/>
      <dgm:spPr/>
      <dgm:t>
        <a:bodyPr/>
        <a:lstStyle/>
        <a:p>
          <a:r>
            <a:rPr lang="en-US" dirty="0"/>
            <a:t>int</a:t>
          </a:r>
        </a:p>
      </dgm:t>
    </dgm:pt>
    <dgm:pt modelId="{164CB297-03FE-4694-BFB4-8486EB7085B0}" type="parTrans" cxnId="{D78050AF-FA06-4B40-95AC-2374354F9EAB}">
      <dgm:prSet/>
      <dgm:spPr/>
      <dgm:t>
        <a:bodyPr/>
        <a:lstStyle/>
        <a:p>
          <a:endParaRPr lang="en-US"/>
        </a:p>
      </dgm:t>
    </dgm:pt>
    <dgm:pt modelId="{06B236E6-B300-4D26-9D69-C47065B67A36}" type="sibTrans" cxnId="{D78050AF-FA06-4B40-95AC-2374354F9EAB}">
      <dgm:prSet/>
      <dgm:spPr/>
      <dgm:t>
        <a:bodyPr/>
        <a:lstStyle/>
        <a:p>
          <a:endParaRPr lang="en-US"/>
        </a:p>
      </dgm:t>
    </dgm:pt>
    <dgm:pt modelId="{F04DBD19-F6A5-4E6E-B744-38CAB0D1E81B}">
      <dgm:prSet phldrT="[Text]"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kern="1200" dirty="0">
              <a:solidFill>
                <a:schemeClr val="tx1"/>
              </a:solidFill>
              <a:latin typeface="+mn-lt"/>
              <a:ea typeface="+mn-ea"/>
              <a:cs typeface="+mn-cs"/>
            </a:rPr>
            <a:t>Integer is a data type used to represent real numbers that do not have fractional values </a:t>
          </a:r>
        </a:p>
      </dgm:t>
    </dgm:pt>
    <dgm:pt modelId="{47B015C2-8057-4C3B-9443-B873BD630887}" type="parTrans" cxnId="{402FD92A-D422-41A7-B3FC-90150076EB41}">
      <dgm:prSet/>
      <dgm:spPr/>
      <dgm:t>
        <a:bodyPr/>
        <a:lstStyle/>
        <a:p>
          <a:endParaRPr lang="en-US"/>
        </a:p>
      </dgm:t>
    </dgm:pt>
    <dgm:pt modelId="{119E6704-9BA0-4343-8736-1643DE5F41B1}" type="sibTrans" cxnId="{402FD92A-D422-41A7-B3FC-90150076EB41}">
      <dgm:prSet/>
      <dgm:spPr/>
      <dgm:t>
        <a:bodyPr/>
        <a:lstStyle/>
        <a:p>
          <a:endParaRPr lang="en-US"/>
        </a:p>
      </dgm:t>
    </dgm:pt>
    <dgm:pt modelId="{2BFD7934-A645-4DF7-9432-34E357DCA4EE}">
      <dgm:prSet phldrT="[Text]"/>
      <dgm:spPr/>
      <dgm:t>
        <a:bodyPr/>
        <a:lstStyle/>
        <a:p>
          <a:r>
            <a:rPr lang="en-US" dirty="0"/>
            <a:t>float</a:t>
          </a:r>
        </a:p>
      </dgm:t>
    </dgm:pt>
    <dgm:pt modelId="{8F8F541E-5CAA-4FC0-A02A-76406643C25E}" type="parTrans" cxnId="{72EF0468-7F96-4510-A997-A8E6CA937909}">
      <dgm:prSet/>
      <dgm:spPr/>
      <dgm:t>
        <a:bodyPr/>
        <a:lstStyle/>
        <a:p>
          <a:endParaRPr lang="en-US"/>
        </a:p>
      </dgm:t>
    </dgm:pt>
    <dgm:pt modelId="{FCD39F22-C60E-4C01-87C9-260E796E9A08}" type="sibTrans" cxnId="{72EF0468-7F96-4510-A997-A8E6CA937909}">
      <dgm:prSet/>
      <dgm:spPr/>
      <dgm:t>
        <a:bodyPr/>
        <a:lstStyle/>
        <a:p>
          <a:endParaRPr lang="en-US"/>
        </a:p>
      </dgm:t>
    </dgm:pt>
    <dgm:pt modelId="{A9462584-368E-4A00-917C-BF266C655BE0}">
      <dgm:prSet phldrT="[Text]"/>
      <dgm:spPr/>
      <dgm:t>
        <a:bodyPr/>
        <a:lstStyle/>
        <a:p>
          <a:r>
            <a:rPr lang="en-US" b="0" i="0" dirty="0"/>
            <a:t>float is </a:t>
          </a:r>
          <a:r>
            <a:rPr lang="en-US" b="1" i="0" dirty="0"/>
            <a:t>a data type composed of a number that is not an integer</a:t>
          </a:r>
          <a:r>
            <a:rPr lang="en-US" b="0" i="0" dirty="0"/>
            <a:t>, because it includes a fraction represented in decimal format</a:t>
          </a:r>
          <a:endParaRPr lang="en-US" dirty="0"/>
        </a:p>
      </dgm:t>
    </dgm:pt>
    <dgm:pt modelId="{D8907104-DE42-4F41-B37B-4214C2943473}" type="parTrans" cxnId="{027E34E4-7B41-45A5-B6F0-39D27365CC4E}">
      <dgm:prSet/>
      <dgm:spPr/>
      <dgm:t>
        <a:bodyPr/>
        <a:lstStyle/>
        <a:p>
          <a:endParaRPr lang="en-US"/>
        </a:p>
      </dgm:t>
    </dgm:pt>
    <dgm:pt modelId="{08C7C162-5695-4E5B-A675-4DB1A2609D27}" type="sibTrans" cxnId="{027E34E4-7B41-45A5-B6F0-39D27365CC4E}">
      <dgm:prSet/>
      <dgm:spPr/>
      <dgm:t>
        <a:bodyPr/>
        <a:lstStyle/>
        <a:p>
          <a:endParaRPr lang="en-US"/>
        </a:p>
      </dgm:t>
    </dgm:pt>
    <dgm:pt modelId="{8B56C6BB-8AAD-44BC-A5F6-E74BFCEC1C52}">
      <dgm:prSet phldrT="[Text]"/>
      <dgm:spPr/>
      <dgm:t>
        <a:bodyPr/>
        <a:lstStyle/>
        <a:p>
          <a:r>
            <a:rPr lang="en-US" dirty="0"/>
            <a:t>complex</a:t>
          </a:r>
        </a:p>
      </dgm:t>
    </dgm:pt>
    <dgm:pt modelId="{36D26365-BFDB-4241-BD86-67A7D68A5EA5}" type="parTrans" cxnId="{CAA12C84-DDA8-49DE-9844-573D64E4713A}">
      <dgm:prSet/>
      <dgm:spPr/>
      <dgm:t>
        <a:bodyPr/>
        <a:lstStyle/>
        <a:p>
          <a:endParaRPr lang="en-US"/>
        </a:p>
      </dgm:t>
    </dgm:pt>
    <dgm:pt modelId="{85A4590D-ECC7-4A72-8761-A8FD323E0E00}" type="sibTrans" cxnId="{CAA12C84-DDA8-49DE-9844-573D64E4713A}">
      <dgm:prSet/>
      <dgm:spPr/>
      <dgm:t>
        <a:bodyPr/>
        <a:lstStyle/>
        <a:p>
          <a:endParaRPr lang="en-US"/>
        </a:p>
      </dgm:t>
    </dgm:pt>
    <dgm:pt modelId="{3C5956B4-8043-4839-8B95-160344AC3EAF}">
      <dgm:prSet phldrT="[Text]"/>
      <dgm:spPr/>
      <dgm:t>
        <a:bodyPr/>
        <a:lstStyle/>
        <a:p>
          <a:r>
            <a:rPr lang="en-US" b="0" i="0" dirty="0"/>
            <a:t>A complex number has two parts, real part and imaginary part. </a:t>
          </a:r>
          <a:endParaRPr lang="en-US" dirty="0"/>
        </a:p>
      </dgm:t>
    </dgm:pt>
    <dgm:pt modelId="{2FFA821B-23F2-46B7-9CA1-8BE0CE21C993}" type="parTrans" cxnId="{F9160BAF-6F36-4233-B014-D42C5B501E1A}">
      <dgm:prSet/>
      <dgm:spPr/>
      <dgm:t>
        <a:bodyPr/>
        <a:lstStyle/>
        <a:p>
          <a:endParaRPr lang="en-US"/>
        </a:p>
      </dgm:t>
    </dgm:pt>
    <dgm:pt modelId="{BB00052B-66B8-4F94-A732-3D8E2C256BFE}" type="sibTrans" cxnId="{F9160BAF-6F36-4233-B014-D42C5B501E1A}">
      <dgm:prSet/>
      <dgm:spPr/>
      <dgm:t>
        <a:bodyPr/>
        <a:lstStyle/>
        <a:p>
          <a:endParaRPr lang="en-US"/>
        </a:p>
      </dgm:t>
    </dgm:pt>
    <dgm:pt modelId="{2D60F924-372E-462B-8559-9729D018E87C}" type="pres">
      <dgm:prSet presAssocID="{03ABCF47-B773-4D7F-AEF4-5596F0FD0B4D}" presName="Name0" presStyleCnt="0">
        <dgm:presLayoutVars>
          <dgm:dir/>
          <dgm:animLvl val="lvl"/>
          <dgm:resizeHandles val="exact"/>
        </dgm:presLayoutVars>
      </dgm:prSet>
      <dgm:spPr/>
    </dgm:pt>
    <dgm:pt modelId="{651F3B54-B062-489B-9ECE-66D6B148C6CC}" type="pres">
      <dgm:prSet presAssocID="{DB74C5E8-F89A-4C17-965D-64D07FFF0810}" presName="linNode" presStyleCnt="0"/>
      <dgm:spPr/>
    </dgm:pt>
    <dgm:pt modelId="{BBCCA0EF-6BBC-4E03-888C-5204C65E0BB5}" type="pres">
      <dgm:prSet presAssocID="{DB74C5E8-F89A-4C17-965D-64D07FFF0810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96D50E1C-A815-4F7D-BC7D-8D32E5183762}" type="pres">
      <dgm:prSet presAssocID="{DB74C5E8-F89A-4C17-965D-64D07FFF0810}" presName="descendantText" presStyleLbl="alignAccFollowNode1" presStyleIdx="0" presStyleCnt="3">
        <dgm:presLayoutVars>
          <dgm:bulletEnabled val="1"/>
        </dgm:presLayoutVars>
      </dgm:prSet>
      <dgm:spPr/>
    </dgm:pt>
    <dgm:pt modelId="{92A69D92-5BE6-4887-A2ED-765C47F2111F}" type="pres">
      <dgm:prSet presAssocID="{06B236E6-B300-4D26-9D69-C47065B67A36}" presName="sp" presStyleCnt="0"/>
      <dgm:spPr/>
    </dgm:pt>
    <dgm:pt modelId="{84B87376-1DB1-474A-B8E1-D4FE21D53181}" type="pres">
      <dgm:prSet presAssocID="{2BFD7934-A645-4DF7-9432-34E357DCA4EE}" presName="linNode" presStyleCnt="0"/>
      <dgm:spPr/>
    </dgm:pt>
    <dgm:pt modelId="{CC88CBDF-1FCA-4926-8526-F3DEEA390A07}" type="pres">
      <dgm:prSet presAssocID="{2BFD7934-A645-4DF7-9432-34E357DCA4EE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BE1E6097-3090-4082-B2DA-7588C60E0B63}" type="pres">
      <dgm:prSet presAssocID="{2BFD7934-A645-4DF7-9432-34E357DCA4EE}" presName="descendantText" presStyleLbl="alignAccFollowNode1" presStyleIdx="1" presStyleCnt="3">
        <dgm:presLayoutVars>
          <dgm:bulletEnabled val="1"/>
        </dgm:presLayoutVars>
      </dgm:prSet>
      <dgm:spPr/>
    </dgm:pt>
    <dgm:pt modelId="{28D1FE2B-4CFF-4DA8-AEDD-0D910BC9BF77}" type="pres">
      <dgm:prSet presAssocID="{FCD39F22-C60E-4C01-87C9-260E796E9A08}" presName="sp" presStyleCnt="0"/>
      <dgm:spPr/>
    </dgm:pt>
    <dgm:pt modelId="{1888DE3C-9F6C-4CC2-9F60-C7312ACCA3F6}" type="pres">
      <dgm:prSet presAssocID="{8B56C6BB-8AAD-44BC-A5F6-E74BFCEC1C52}" presName="linNode" presStyleCnt="0"/>
      <dgm:spPr/>
    </dgm:pt>
    <dgm:pt modelId="{49146588-F87B-4A95-96B1-5FBD2960EA05}" type="pres">
      <dgm:prSet presAssocID="{8B56C6BB-8AAD-44BC-A5F6-E74BFCEC1C52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1856209C-5C7C-4B66-A82E-FAA7EB2FAE77}" type="pres">
      <dgm:prSet presAssocID="{8B56C6BB-8AAD-44BC-A5F6-E74BFCEC1C52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24A43C0C-792C-4C81-8DD5-7E1B469A0CA2}" type="presOf" srcId="{3C5956B4-8043-4839-8B95-160344AC3EAF}" destId="{1856209C-5C7C-4B66-A82E-FAA7EB2FAE77}" srcOrd="0" destOrd="0" presId="urn:microsoft.com/office/officeart/2005/8/layout/vList5"/>
    <dgm:cxn modelId="{E0B7A00D-19D0-4E17-9128-C61E4CCB8948}" type="presOf" srcId="{A9462584-368E-4A00-917C-BF266C655BE0}" destId="{BE1E6097-3090-4082-B2DA-7588C60E0B63}" srcOrd="0" destOrd="0" presId="urn:microsoft.com/office/officeart/2005/8/layout/vList5"/>
    <dgm:cxn modelId="{220E401F-3116-4F32-A245-EE87CE703ABC}" type="presOf" srcId="{8B56C6BB-8AAD-44BC-A5F6-E74BFCEC1C52}" destId="{49146588-F87B-4A95-96B1-5FBD2960EA05}" srcOrd="0" destOrd="0" presId="urn:microsoft.com/office/officeart/2005/8/layout/vList5"/>
    <dgm:cxn modelId="{FF488427-7587-4FF8-A7E7-95D2BDA4B5A5}" type="presOf" srcId="{F04DBD19-F6A5-4E6E-B744-38CAB0D1E81B}" destId="{96D50E1C-A815-4F7D-BC7D-8D32E5183762}" srcOrd="0" destOrd="0" presId="urn:microsoft.com/office/officeart/2005/8/layout/vList5"/>
    <dgm:cxn modelId="{402FD92A-D422-41A7-B3FC-90150076EB41}" srcId="{DB74C5E8-F89A-4C17-965D-64D07FFF0810}" destId="{F04DBD19-F6A5-4E6E-B744-38CAB0D1E81B}" srcOrd="0" destOrd="0" parTransId="{47B015C2-8057-4C3B-9443-B873BD630887}" sibTransId="{119E6704-9BA0-4343-8736-1643DE5F41B1}"/>
    <dgm:cxn modelId="{A0E9DA3C-2DA6-4DB0-B051-DAC7A28884B2}" type="presOf" srcId="{03ABCF47-B773-4D7F-AEF4-5596F0FD0B4D}" destId="{2D60F924-372E-462B-8559-9729D018E87C}" srcOrd="0" destOrd="0" presId="urn:microsoft.com/office/officeart/2005/8/layout/vList5"/>
    <dgm:cxn modelId="{72EF0468-7F96-4510-A997-A8E6CA937909}" srcId="{03ABCF47-B773-4D7F-AEF4-5596F0FD0B4D}" destId="{2BFD7934-A645-4DF7-9432-34E357DCA4EE}" srcOrd="1" destOrd="0" parTransId="{8F8F541E-5CAA-4FC0-A02A-76406643C25E}" sibTransId="{FCD39F22-C60E-4C01-87C9-260E796E9A08}"/>
    <dgm:cxn modelId="{CAA12C84-DDA8-49DE-9844-573D64E4713A}" srcId="{03ABCF47-B773-4D7F-AEF4-5596F0FD0B4D}" destId="{8B56C6BB-8AAD-44BC-A5F6-E74BFCEC1C52}" srcOrd="2" destOrd="0" parTransId="{36D26365-BFDB-4241-BD86-67A7D68A5EA5}" sibTransId="{85A4590D-ECC7-4A72-8761-A8FD323E0E00}"/>
    <dgm:cxn modelId="{B5A3D59F-1A50-40F5-88BE-01BAF49219D9}" type="presOf" srcId="{DB74C5E8-F89A-4C17-965D-64D07FFF0810}" destId="{BBCCA0EF-6BBC-4E03-888C-5204C65E0BB5}" srcOrd="0" destOrd="0" presId="urn:microsoft.com/office/officeart/2005/8/layout/vList5"/>
    <dgm:cxn modelId="{F9160BAF-6F36-4233-B014-D42C5B501E1A}" srcId="{8B56C6BB-8AAD-44BC-A5F6-E74BFCEC1C52}" destId="{3C5956B4-8043-4839-8B95-160344AC3EAF}" srcOrd="0" destOrd="0" parTransId="{2FFA821B-23F2-46B7-9CA1-8BE0CE21C993}" sibTransId="{BB00052B-66B8-4F94-A732-3D8E2C256BFE}"/>
    <dgm:cxn modelId="{D78050AF-FA06-4B40-95AC-2374354F9EAB}" srcId="{03ABCF47-B773-4D7F-AEF4-5596F0FD0B4D}" destId="{DB74C5E8-F89A-4C17-965D-64D07FFF0810}" srcOrd="0" destOrd="0" parTransId="{164CB297-03FE-4694-BFB4-8486EB7085B0}" sibTransId="{06B236E6-B300-4D26-9D69-C47065B67A36}"/>
    <dgm:cxn modelId="{027E34E4-7B41-45A5-B6F0-39D27365CC4E}" srcId="{2BFD7934-A645-4DF7-9432-34E357DCA4EE}" destId="{A9462584-368E-4A00-917C-BF266C655BE0}" srcOrd="0" destOrd="0" parTransId="{D8907104-DE42-4F41-B37B-4214C2943473}" sibTransId="{08C7C162-5695-4E5B-A675-4DB1A2609D27}"/>
    <dgm:cxn modelId="{5C8E51EE-C7DE-4A75-8C0D-DAB0BA3A18A4}" type="presOf" srcId="{2BFD7934-A645-4DF7-9432-34E357DCA4EE}" destId="{CC88CBDF-1FCA-4926-8526-F3DEEA390A07}" srcOrd="0" destOrd="0" presId="urn:microsoft.com/office/officeart/2005/8/layout/vList5"/>
    <dgm:cxn modelId="{04CC673D-1365-49B5-997D-2BEF9C787508}" type="presParOf" srcId="{2D60F924-372E-462B-8559-9729D018E87C}" destId="{651F3B54-B062-489B-9ECE-66D6B148C6CC}" srcOrd="0" destOrd="0" presId="urn:microsoft.com/office/officeart/2005/8/layout/vList5"/>
    <dgm:cxn modelId="{DB498F8D-F47B-4793-B6FC-364FB8FBEAE7}" type="presParOf" srcId="{651F3B54-B062-489B-9ECE-66D6B148C6CC}" destId="{BBCCA0EF-6BBC-4E03-888C-5204C65E0BB5}" srcOrd="0" destOrd="0" presId="urn:microsoft.com/office/officeart/2005/8/layout/vList5"/>
    <dgm:cxn modelId="{3874D9B3-8C82-4298-9B91-E0F1A47D73D4}" type="presParOf" srcId="{651F3B54-B062-489B-9ECE-66D6B148C6CC}" destId="{96D50E1C-A815-4F7D-BC7D-8D32E5183762}" srcOrd="1" destOrd="0" presId="urn:microsoft.com/office/officeart/2005/8/layout/vList5"/>
    <dgm:cxn modelId="{231F392B-3433-4146-9530-AE0DE67D1E9E}" type="presParOf" srcId="{2D60F924-372E-462B-8559-9729D018E87C}" destId="{92A69D92-5BE6-4887-A2ED-765C47F2111F}" srcOrd="1" destOrd="0" presId="urn:microsoft.com/office/officeart/2005/8/layout/vList5"/>
    <dgm:cxn modelId="{8302F35F-972F-4179-A3B6-03DFB9C98C57}" type="presParOf" srcId="{2D60F924-372E-462B-8559-9729D018E87C}" destId="{84B87376-1DB1-474A-B8E1-D4FE21D53181}" srcOrd="2" destOrd="0" presId="urn:microsoft.com/office/officeart/2005/8/layout/vList5"/>
    <dgm:cxn modelId="{E308E58B-B5F3-45F7-ABF3-021EBFFEDDA8}" type="presParOf" srcId="{84B87376-1DB1-474A-B8E1-D4FE21D53181}" destId="{CC88CBDF-1FCA-4926-8526-F3DEEA390A07}" srcOrd="0" destOrd="0" presId="urn:microsoft.com/office/officeart/2005/8/layout/vList5"/>
    <dgm:cxn modelId="{F2207007-F10F-4AAB-8738-89B571965606}" type="presParOf" srcId="{84B87376-1DB1-474A-B8E1-D4FE21D53181}" destId="{BE1E6097-3090-4082-B2DA-7588C60E0B63}" srcOrd="1" destOrd="0" presId="urn:microsoft.com/office/officeart/2005/8/layout/vList5"/>
    <dgm:cxn modelId="{596C1377-B082-4345-B730-6A6EE3565A0B}" type="presParOf" srcId="{2D60F924-372E-462B-8559-9729D018E87C}" destId="{28D1FE2B-4CFF-4DA8-AEDD-0D910BC9BF77}" srcOrd="3" destOrd="0" presId="urn:microsoft.com/office/officeart/2005/8/layout/vList5"/>
    <dgm:cxn modelId="{6D813D15-942F-4483-B612-9DF8E8CB692A}" type="presParOf" srcId="{2D60F924-372E-462B-8559-9729D018E87C}" destId="{1888DE3C-9F6C-4CC2-9F60-C7312ACCA3F6}" srcOrd="4" destOrd="0" presId="urn:microsoft.com/office/officeart/2005/8/layout/vList5"/>
    <dgm:cxn modelId="{125850FA-14A3-4078-8901-25DF23D467BE}" type="presParOf" srcId="{1888DE3C-9F6C-4CC2-9F60-C7312ACCA3F6}" destId="{49146588-F87B-4A95-96B1-5FBD2960EA05}" srcOrd="0" destOrd="0" presId="urn:microsoft.com/office/officeart/2005/8/layout/vList5"/>
    <dgm:cxn modelId="{94C57008-E1A2-4622-BD58-3297BFE0AF0A}" type="presParOf" srcId="{1888DE3C-9F6C-4CC2-9F60-C7312ACCA3F6}" destId="{1856209C-5C7C-4B66-A82E-FAA7EB2FAE77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782D78-C781-4EF8-A5EB-C8CC5C9F6D1D}">
      <dsp:nvSpPr>
        <dsp:cNvPr id="0" name=""/>
        <dsp:cNvSpPr/>
      </dsp:nvSpPr>
      <dsp:spPr>
        <a:xfrm>
          <a:off x="4875" y="365181"/>
          <a:ext cx="1511559" cy="9069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Integer</a:t>
          </a:r>
        </a:p>
      </dsp:txBody>
      <dsp:txXfrm>
        <a:off x="31438" y="391744"/>
        <a:ext cx="1458433" cy="853809"/>
      </dsp:txXfrm>
    </dsp:sp>
    <dsp:sp modelId="{28CA68F4-91E8-4E79-9059-D5E5A3F0CB3B}">
      <dsp:nvSpPr>
        <dsp:cNvPr id="0" name=""/>
        <dsp:cNvSpPr/>
      </dsp:nvSpPr>
      <dsp:spPr>
        <a:xfrm>
          <a:off x="1667591" y="631215"/>
          <a:ext cx="320450" cy="37486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1667591" y="706188"/>
        <a:ext cx="224315" cy="224920"/>
      </dsp:txXfrm>
    </dsp:sp>
    <dsp:sp modelId="{ECE1C8DF-5E2C-4FB4-A4CA-2A159CB1C61C}">
      <dsp:nvSpPr>
        <dsp:cNvPr id="0" name=""/>
        <dsp:cNvSpPr/>
      </dsp:nvSpPr>
      <dsp:spPr>
        <a:xfrm>
          <a:off x="2121059" y="365181"/>
          <a:ext cx="1511559" cy="9069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Float</a:t>
          </a:r>
        </a:p>
      </dsp:txBody>
      <dsp:txXfrm>
        <a:off x="2147622" y="391744"/>
        <a:ext cx="1458433" cy="853809"/>
      </dsp:txXfrm>
    </dsp:sp>
    <dsp:sp modelId="{A12EA3F6-62E3-4E25-BDB6-4C8EBA010CFD}">
      <dsp:nvSpPr>
        <dsp:cNvPr id="0" name=""/>
        <dsp:cNvSpPr/>
      </dsp:nvSpPr>
      <dsp:spPr>
        <a:xfrm>
          <a:off x="3783774" y="631215"/>
          <a:ext cx="320450" cy="37486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3783774" y="706188"/>
        <a:ext cx="224315" cy="224920"/>
      </dsp:txXfrm>
    </dsp:sp>
    <dsp:sp modelId="{C4C0D915-F32A-49DA-9907-CDE416F04EEA}">
      <dsp:nvSpPr>
        <dsp:cNvPr id="0" name=""/>
        <dsp:cNvSpPr/>
      </dsp:nvSpPr>
      <dsp:spPr>
        <a:xfrm>
          <a:off x="4237242" y="365181"/>
          <a:ext cx="1511559" cy="9069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Character</a:t>
          </a:r>
        </a:p>
      </dsp:txBody>
      <dsp:txXfrm>
        <a:off x="4263805" y="391744"/>
        <a:ext cx="1458433" cy="853809"/>
      </dsp:txXfrm>
    </dsp:sp>
    <dsp:sp modelId="{5ACEABD3-F77C-4A3C-BA49-F6DF28010493}">
      <dsp:nvSpPr>
        <dsp:cNvPr id="0" name=""/>
        <dsp:cNvSpPr/>
      </dsp:nvSpPr>
      <dsp:spPr>
        <a:xfrm>
          <a:off x="5899957" y="631215"/>
          <a:ext cx="320450" cy="37486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5899957" y="706188"/>
        <a:ext cx="224315" cy="224920"/>
      </dsp:txXfrm>
    </dsp:sp>
    <dsp:sp modelId="{B057E256-A742-44A5-B9F5-09A84DEE8EA2}">
      <dsp:nvSpPr>
        <dsp:cNvPr id="0" name=""/>
        <dsp:cNvSpPr/>
      </dsp:nvSpPr>
      <dsp:spPr>
        <a:xfrm>
          <a:off x="6353425" y="365181"/>
          <a:ext cx="1511559" cy="9069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Boolean</a:t>
          </a:r>
        </a:p>
      </dsp:txBody>
      <dsp:txXfrm>
        <a:off x="6379988" y="391744"/>
        <a:ext cx="1458433" cy="853809"/>
      </dsp:txXfrm>
    </dsp:sp>
    <dsp:sp modelId="{D8BA6AF3-86C0-424B-8387-27E4F85E5BB6}">
      <dsp:nvSpPr>
        <dsp:cNvPr id="0" name=""/>
        <dsp:cNvSpPr/>
      </dsp:nvSpPr>
      <dsp:spPr>
        <a:xfrm>
          <a:off x="8016140" y="631215"/>
          <a:ext cx="320450" cy="37486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8016140" y="706188"/>
        <a:ext cx="224315" cy="224920"/>
      </dsp:txXfrm>
    </dsp:sp>
    <dsp:sp modelId="{EEED64B7-5BF2-46C2-B05C-08E075F5E122}">
      <dsp:nvSpPr>
        <dsp:cNvPr id="0" name=""/>
        <dsp:cNvSpPr/>
      </dsp:nvSpPr>
      <dsp:spPr>
        <a:xfrm>
          <a:off x="8469608" y="365181"/>
          <a:ext cx="1511559" cy="9069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Complex</a:t>
          </a:r>
        </a:p>
      </dsp:txBody>
      <dsp:txXfrm>
        <a:off x="8496171" y="391744"/>
        <a:ext cx="1458433" cy="85380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D50E1C-A815-4F7D-BC7D-8D32E5183762}">
      <dsp:nvSpPr>
        <dsp:cNvPr id="0" name=""/>
        <dsp:cNvSpPr/>
      </dsp:nvSpPr>
      <dsp:spPr>
        <a:xfrm rot="5400000">
          <a:off x="6966975" y="-3017710"/>
          <a:ext cx="666154" cy="687063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solidFill>
                <a:schemeClr val="tx1"/>
              </a:solidFill>
              <a:latin typeface="+mn-lt"/>
              <a:ea typeface="+mn-ea"/>
              <a:cs typeface="+mn-cs"/>
            </a:rPr>
            <a:t>Integer is a data type used to represent real numbers that do not have fractional values </a:t>
          </a:r>
        </a:p>
      </dsp:txBody>
      <dsp:txXfrm rot="-5400000">
        <a:off x="3864734" y="117050"/>
        <a:ext cx="6838119" cy="601116"/>
      </dsp:txXfrm>
    </dsp:sp>
    <dsp:sp modelId="{BBCCA0EF-6BBC-4E03-888C-5204C65E0BB5}">
      <dsp:nvSpPr>
        <dsp:cNvPr id="0" name=""/>
        <dsp:cNvSpPr/>
      </dsp:nvSpPr>
      <dsp:spPr>
        <a:xfrm>
          <a:off x="0" y="1261"/>
          <a:ext cx="3864733" cy="8326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80010" rIns="160020" bIns="8001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int</a:t>
          </a:r>
        </a:p>
      </dsp:txBody>
      <dsp:txXfrm>
        <a:off x="40649" y="41910"/>
        <a:ext cx="3783435" cy="751395"/>
      </dsp:txXfrm>
    </dsp:sp>
    <dsp:sp modelId="{BE1E6097-3090-4082-B2DA-7588C60E0B63}">
      <dsp:nvSpPr>
        <dsp:cNvPr id="0" name=""/>
        <dsp:cNvSpPr/>
      </dsp:nvSpPr>
      <dsp:spPr>
        <a:xfrm rot="5400000">
          <a:off x="6966975" y="-2143382"/>
          <a:ext cx="666154" cy="687063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 dirty="0"/>
            <a:t>float is </a:t>
          </a:r>
          <a:r>
            <a:rPr lang="en-US" sz="1600" b="1" i="0" kern="1200" dirty="0"/>
            <a:t>a data type composed of a number that is not an integer</a:t>
          </a:r>
          <a:r>
            <a:rPr lang="en-US" sz="1600" b="0" i="0" kern="1200" dirty="0"/>
            <a:t>, because it includes a fraction represented in decimal format</a:t>
          </a:r>
          <a:endParaRPr lang="en-US" sz="1600" kern="1200" dirty="0"/>
        </a:p>
      </dsp:txBody>
      <dsp:txXfrm rot="-5400000">
        <a:off x="3864734" y="991378"/>
        <a:ext cx="6838119" cy="601116"/>
      </dsp:txXfrm>
    </dsp:sp>
    <dsp:sp modelId="{CC88CBDF-1FCA-4926-8526-F3DEEA390A07}">
      <dsp:nvSpPr>
        <dsp:cNvPr id="0" name=""/>
        <dsp:cNvSpPr/>
      </dsp:nvSpPr>
      <dsp:spPr>
        <a:xfrm>
          <a:off x="0" y="875589"/>
          <a:ext cx="3864733" cy="8326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80010" rIns="160020" bIns="8001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float</a:t>
          </a:r>
        </a:p>
      </dsp:txBody>
      <dsp:txXfrm>
        <a:off x="40649" y="916238"/>
        <a:ext cx="3783435" cy="751395"/>
      </dsp:txXfrm>
    </dsp:sp>
    <dsp:sp modelId="{1856209C-5C7C-4B66-A82E-FAA7EB2FAE77}">
      <dsp:nvSpPr>
        <dsp:cNvPr id="0" name=""/>
        <dsp:cNvSpPr/>
      </dsp:nvSpPr>
      <dsp:spPr>
        <a:xfrm rot="5400000">
          <a:off x="6966975" y="-1269054"/>
          <a:ext cx="666154" cy="687063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 dirty="0"/>
            <a:t>A complex number has two parts, real part and imaginary part. </a:t>
          </a:r>
          <a:endParaRPr lang="en-US" sz="1600" kern="1200" dirty="0"/>
        </a:p>
      </dsp:txBody>
      <dsp:txXfrm rot="-5400000">
        <a:off x="3864734" y="1865706"/>
        <a:ext cx="6838119" cy="601116"/>
      </dsp:txXfrm>
    </dsp:sp>
    <dsp:sp modelId="{49146588-F87B-4A95-96B1-5FBD2960EA05}">
      <dsp:nvSpPr>
        <dsp:cNvPr id="0" name=""/>
        <dsp:cNvSpPr/>
      </dsp:nvSpPr>
      <dsp:spPr>
        <a:xfrm>
          <a:off x="0" y="1749917"/>
          <a:ext cx="3864733" cy="8326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80010" rIns="160020" bIns="8001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complex</a:t>
          </a:r>
        </a:p>
      </dsp:txBody>
      <dsp:txXfrm>
        <a:off x="40649" y="1790566"/>
        <a:ext cx="3783435" cy="7513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E0B26E-F851-43E6-B073-D0DC43195A18}" type="datetimeFigureOut">
              <a:rPr lang="en-US" smtClean="0"/>
              <a:t>2/22/2022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F55408-434F-40A8-82A3-778E773CD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339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11FB926F-7CF4-4B7D-987B-18612D27CE77}" type="datetime1">
              <a:rPr lang="en-US" smtClean="0"/>
              <a:t>2/22/2022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812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2F70C-2D8E-4890-A891-F527479744F9}" type="datetime1">
              <a:rPr lang="en-US" smtClean="0"/>
              <a:t>2/22/2022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518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BFCFC-945B-4E58-852A-AED6C88FCAB2}" type="datetime1">
              <a:rPr lang="en-US" smtClean="0"/>
              <a:t>2/22/2022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654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DC0FC-A920-42F7-BC43-32D824C9AC5D}" type="datetime1">
              <a:rPr lang="en-US" smtClean="0"/>
              <a:t>2/22/2022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258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13D70-4C73-48A5-804D-B399DD51568D}" type="datetime1">
              <a:rPr lang="en-US" smtClean="0"/>
              <a:t>2/22/2022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445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C52DD-E966-428F-922C-8EE6A2E5D5B6}" type="datetime1">
              <a:rPr lang="en-US" smtClean="0"/>
              <a:t>2/22/2022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41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25D5F-3575-4616-8586-AC2F8DDF5D37}" type="datetime1">
              <a:rPr lang="en-US" smtClean="0"/>
              <a:t>2/22/2022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970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5DA46-9B3F-4CC2-8D73-71846124DAC7}" type="datetime1">
              <a:rPr lang="en-US" smtClean="0"/>
              <a:t>2/22/2022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587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68AD3-CB2F-4DE2-8A69-E1244DDAF24F}" type="datetime1">
              <a:rPr lang="en-US" smtClean="0"/>
              <a:t>2/22/2022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820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22A81-ECD6-4CB1-A626-246C4A30F766}" type="datetime1">
              <a:rPr lang="en-US" smtClean="0"/>
              <a:t>2/22/2022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996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914E6-699D-4E55-ABF4-940006915809}" type="datetime1">
              <a:rPr lang="en-US" smtClean="0"/>
              <a:t>2/22/2022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3793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AD5F3-5EEC-4CFF-9A24-05E9298F1927}" type="datetime1">
              <a:rPr lang="en-US" smtClean="0"/>
              <a:t>2/22/2022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7058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1860E-BF57-4DA3-9D4F-E389B50C3AEB}" type="datetime1">
              <a:rPr lang="en-US" smtClean="0"/>
              <a:t>2/22/2022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3515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7113E-3274-430E-B7F7-ACBFDF3B96BA}" type="datetime1">
              <a:rPr lang="en-US" smtClean="0"/>
              <a:t>2/22/2022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06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E551-23E1-4C7E-AE3B-5DBD9FCA6D2C}" type="datetime1">
              <a:rPr lang="en-US" smtClean="0"/>
              <a:t>2/22/2022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0609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F2FAD6F2-621E-4A61-9244-F11A9EF6DAE3}" type="datetime1">
              <a:rPr lang="en-US" smtClean="0"/>
              <a:t>2/22/2022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0214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6D4875FE-F82D-417D-B309-007DCF25EC68}" type="datetime1">
              <a:rPr lang="en-US" smtClean="0"/>
              <a:t>2/22/2022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030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3022D43-A469-4263-AFAF-3B358A3EE266}" type="datetime1">
              <a:rPr lang="en-US" smtClean="0"/>
              <a:t>2/22/2022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904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C75D2F71-C3D9-4A89-ADF7-43E4E7BE06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4" y="1384115"/>
            <a:ext cx="10316528" cy="2677648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Part 2</a:t>
            </a:r>
            <a:br>
              <a:rPr lang="en-US" dirty="0">
                <a:latin typeface="Arial Rounded MT Bold" panose="020F0704030504030204" pitchFamily="34" charset="0"/>
              </a:rPr>
            </a:br>
            <a:br>
              <a:rPr lang="en-US" sz="4000" dirty="0">
                <a:latin typeface="Arial Rounded MT Bold" panose="020F0704030504030204" pitchFamily="34" charset="0"/>
              </a:rPr>
            </a:br>
            <a:r>
              <a:rPr lang="en-US" sz="3600" dirty="0">
                <a:latin typeface="Arial Rounded MT Bold" panose="020F0704030504030204" pitchFamily="34" charset="0"/>
              </a:rPr>
              <a:t>Download and Setup Python &amp; VS Code</a:t>
            </a:r>
            <a:endParaRPr lang="en-US" sz="4800" b="1" dirty="0"/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7EAC1220-5808-4927-8A48-4FD19D7906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287049"/>
            <a:ext cx="8825658" cy="430725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Version: 3.o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24" name="Subtitle 22">
            <a:extLst>
              <a:ext uri="{FF2B5EF4-FFF2-40B4-BE49-F238E27FC236}">
                <a16:creationId xmlns:a16="http://schemas.microsoft.com/office/drawing/2014/main" id="{EF647C65-2962-495E-8F1A-C5ABE3700C82}"/>
              </a:ext>
            </a:extLst>
          </p:cNvPr>
          <p:cNvSpPr txBox="1">
            <a:spLocks/>
          </p:cNvSpPr>
          <p:nvPr/>
        </p:nvSpPr>
        <p:spPr bwMode="gray">
          <a:xfrm>
            <a:off x="8489743" y="5755393"/>
            <a:ext cx="2981739" cy="4307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 cap="all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chemeClr val="bg1"/>
                </a:solidFill>
                <a:latin typeface="+mj-lt"/>
              </a:rPr>
              <a:t>Written by: Babar </a:t>
            </a:r>
            <a:r>
              <a:rPr lang="en-US" sz="2000" b="1" dirty="0" err="1">
                <a:solidFill>
                  <a:schemeClr val="bg1"/>
                </a:solidFill>
                <a:latin typeface="+mj-lt"/>
              </a:rPr>
              <a:t>ali</a:t>
            </a:r>
            <a:r>
              <a:rPr lang="en-US" sz="2000" b="1" dirty="0">
                <a:solidFill>
                  <a:schemeClr val="bg1"/>
                </a:solidFill>
                <a:latin typeface="+mj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F1ECBB-56F9-408D-B9FA-8C5E17EE9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014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868CA3-C840-4CA7-B47B-2FDE0375A038}"/>
              </a:ext>
            </a:extLst>
          </p:cNvPr>
          <p:cNvSpPr txBox="1"/>
          <p:nvPr/>
        </p:nvSpPr>
        <p:spPr>
          <a:xfrm>
            <a:off x="938419" y="2358887"/>
            <a:ext cx="10590973" cy="1037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Go to Official website of Python download it and Install in your pc: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rgbClr val="0070C0"/>
                </a:solidFill>
              </a:rPr>
              <a:t>www.python.org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download Python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DFD3D6-93CC-4BEE-B91E-8FBB0C27B32C}"/>
              </a:ext>
            </a:extLst>
          </p:cNvPr>
          <p:cNvSpPr txBox="1"/>
          <p:nvPr/>
        </p:nvSpPr>
        <p:spPr>
          <a:xfrm>
            <a:off x="938419" y="3630129"/>
            <a:ext cx="7238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Check if Python install in your PC or Laptop write in CMD.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29970B-D55F-4BC0-9B4A-2F7815A8E8FF}"/>
              </a:ext>
            </a:extLst>
          </p:cNvPr>
          <p:cNvSpPr txBox="1"/>
          <p:nvPr/>
        </p:nvSpPr>
        <p:spPr>
          <a:xfrm>
            <a:off x="1017931" y="4377090"/>
            <a:ext cx="4627494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</a:rPr>
              <a:t>&gt;&gt;&gt; python --version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9A7E8A-AE9B-4481-8D60-A8803CF623D7}"/>
              </a:ext>
            </a:extLst>
          </p:cNvPr>
          <p:cNvSpPr txBox="1"/>
          <p:nvPr/>
        </p:nvSpPr>
        <p:spPr>
          <a:xfrm>
            <a:off x="6705599" y="4392479"/>
            <a:ext cx="3443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Check the version of python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7982FB3-0BC0-49CF-B4BA-AC1F7B447606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>
            <a:off x="5645425" y="4577145"/>
            <a:ext cx="106017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447C6D3-7C74-45EF-9664-B3D76FD236B5}"/>
              </a:ext>
            </a:extLst>
          </p:cNvPr>
          <p:cNvSpPr txBox="1"/>
          <p:nvPr/>
        </p:nvSpPr>
        <p:spPr>
          <a:xfrm>
            <a:off x="1017931" y="5307629"/>
            <a:ext cx="4627494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</a:rPr>
              <a:t>&gt;&gt;&gt; python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6C4690-6DDC-4DB3-B0EF-C257D1B12748}"/>
              </a:ext>
            </a:extLst>
          </p:cNvPr>
          <p:cNvSpPr txBox="1"/>
          <p:nvPr/>
        </p:nvSpPr>
        <p:spPr>
          <a:xfrm>
            <a:off x="6705599" y="5323018"/>
            <a:ext cx="3443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Enter the Python Shell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4CCFF48-A560-49A8-B292-8BAF1A3C2196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>
            <a:off x="5645425" y="5507684"/>
            <a:ext cx="106017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6CC3C2-3B1B-4765-9DCC-FAC966435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913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Basic command in CMD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6CC3C2-3B1B-4765-9DCC-FAC966435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3</a:t>
            </a:fld>
            <a:endParaRPr lang="en-US"/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0FAE30DB-5206-4A3C-9DC1-95E984F5F9CE}"/>
              </a:ext>
            </a:extLst>
          </p:cNvPr>
          <p:cNvSpPr txBox="1"/>
          <p:nvPr/>
        </p:nvSpPr>
        <p:spPr>
          <a:xfrm>
            <a:off x="1154955" y="2933827"/>
            <a:ext cx="3181518" cy="308219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en-US" sz="20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&gt;&gt;&gt; 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cd desktop</a:t>
            </a:r>
          </a:p>
          <a:p>
            <a:pPr>
              <a:lnSpc>
                <a:spcPct val="200000"/>
              </a:lnSpc>
            </a:pPr>
            <a:r>
              <a:rPr lang="en-US" sz="20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&gt;&gt;&gt;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mkdir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personal</a:t>
            </a:r>
          </a:p>
          <a:p>
            <a:pPr>
              <a:lnSpc>
                <a:spcPct val="200000"/>
              </a:lnSpc>
            </a:pPr>
            <a:r>
              <a:rPr lang="en-US" sz="20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&gt;&gt;&gt; cd personal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&gt;&gt;&gt;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dir</a:t>
            </a:r>
            <a:endParaRPr lang="en-US" sz="20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200000"/>
              </a:lnSpc>
            </a:pPr>
            <a:r>
              <a:rPr lang="en-US" sz="20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&gt;&gt;&gt; cd ..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9DA32CF-0C69-4981-B8E4-BB3232936DA0}"/>
              </a:ext>
            </a:extLst>
          </p:cNvPr>
          <p:cNvCxnSpPr/>
          <p:nvPr/>
        </p:nvCxnSpPr>
        <p:spPr>
          <a:xfrm>
            <a:off x="3408218" y="3387435"/>
            <a:ext cx="156556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6BA6E59-FAEF-4EC9-B26C-45AE8B60FE88}"/>
              </a:ext>
            </a:extLst>
          </p:cNvPr>
          <p:cNvCxnSpPr>
            <a:cxnSpLocks/>
          </p:cNvCxnSpPr>
          <p:nvPr/>
        </p:nvCxnSpPr>
        <p:spPr>
          <a:xfrm>
            <a:off x="3865418" y="3997035"/>
            <a:ext cx="110836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51B6375-0BE8-4001-916D-6B3213F3AA7D}"/>
              </a:ext>
            </a:extLst>
          </p:cNvPr>
          <p:cNvCxnSpPr>
            <a:cxnSpLocks/>
          </p:cNvCxnSpPr>
          <p:nvPr/>
        </p:nvCxnSpPr>
        <p:spPr>
          <a:xfrm>
            <a:off x="3553691" y="4578926"/>
            <a:ext cx="142009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289EB6E-24D7-48AA-AA46-BB9F6D66A954}"/>
              </a:ext>
            </a:extLst>
          </p:cNvPr>
          <p:cNvCxnSpPr>
            <a:cxnSpLocks/>
          </p:cNvCxnSpPr>
          <p:nvPr/>
        </p:nvCxnSpPr>
        <p:spPr>
          <a:xfrm>
            <a:off x="2618509" y="5188526"/>
            <a:ext cx="235527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CF91006-DE7C-4F44-85C6-125E35E4F7CE}"/>
              </a:ext>
            </a:extLst>
          </p:cNvPr>
          <p:cNvCxnSpPr>
            <a:cxnSpLocks/>
          </p:cNvCxnSpPr>
          <p:nvPr/>
        </p:nvCxnSpPr>
        <p:spPr>
          <a:xfrm>
            <a:off x="3034145" y="5798126"/>
            <a:ext cx="193963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976E4AB-8903-443C-9B6A-E465340DE0D1}"/>
              </a:ext>
            </a:extLst>
          </p:cNvPr>
          <p:cNvSpPr txBox="1"/>
          <p:nvPr/>
        </p:nvSpPr>
        <p:spPr>
          <a:xfrm>
            <a:off x="4973782" y="3202769"/>
            <a:ext cx="5070763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Go to Desktop “cd” means current director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1A1CAE-44FD-42D3-949F-59F3F465FCAC}"/>
              </a:ext>
            </a:extLst>
          </p:cNvPr>
          <p:cNvSpPr txBox="1"/>
          <p:nvPr/>
        </p:nvSpPr>
        <p:spPr>
          <a:xfrm>
            <a:off x="4973782" y="3812369"/>
            <a:ext cx="5070763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Create a Folder name “personal”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DE565C1-1A52-4959-ADEC-2E48D976805D}"/>
              </a:ext>
            </a:extLst>
          </p:cNvPr>
          <p:cNvSpPr txBox="1"/>
          <p:nvPr/>
        </p:nvSpPr>
        <p:spPr>
          <a:xfrm>
            <a:off x="4973782" y="4394260"/>
            <a:ext cx="5070763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Go to personal folder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C691942-9EBD-4D19-8B19-4A85D80C05AD}"/>
              </a:ext>
            </a:extLst>
          </p:cNvPr>
          <p:cNvSpPr txBox="1"/>
          <p:nvPr/>
        </p:nvSpPr>
        <p:spPr>
          <a:xfrm>
            <a:off x="4973782" y="5003860"/>
            <a:ext cx="5070763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Show all the director with current directory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6073E5E-C90F-4EF9-B1D8-DF058CDFCB26}"/>
              </a:ext>
            </a:extLst>
          </p:cNvPr>
          <p:cNvSpPr txBox="1"/>
          <p:nvPr/>
        </p:nvSpPr>
        <p:spPr>
          <a:xfrm>
            <a:off x="4973782" y="5613460"/>
            <a:ext cx="5070763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Go Back for one folder</a:t>
            </a:r>
          </a:p>
        </p:txBody>
      </p:sp>
    </p:spTree>
    <p:extLst>
      <p:ext uri="{BB962C8B-B14F-4D97-AF65-F5344CB8AC3E}">
        <p14:creationId xmlns:p14="http://schemas.microsoft.com/office/powerpoint/2010/main" val="2844451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868CA3-C840-4CA7-B47B-2FDE0375A038}"/>
              </a:ext>
            </a:extLst>
          </p:cNvPr>
          <p:cNvSpPr txBox="1"/>
          <p:nvPr/>
        </p:nvSpPr>
        <p:spPr>
          <a:xfrm>
            <a:off x="1017932" y="2746080"/>
            <a:ext cx="10590973" cy="1037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Go to Official website of VS code download it and Install in your pc: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rgbClr val="0070C0"/>
                </a:solidFill>
              </a:rPr>
              <a:t>https://code.visualstudio.com/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Download and setup VS Code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DFD3D6-93CC-4BEE-B91E-8FBB0C27B32C}"/>
              </a:ext>
            </a:extLst>
          </p:cNvPr>
          <p:cNvSpPr txBox="1"/>
          <p:nvPr/>
        </p:nvSpPr>
        <p:spPr>
          <a:xfrm>
            <a:off x="1017932" y="4573585"/>
            <a:ext cx="8550138" cy="9571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Open it and install VS code extension for Python Interpreter.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Ctrl + shift + x</a:t>
            </a:r>
            <a:r>
              <a:rPr lang="en-US" sz="2000" dirty="0"/>
              <a:t> </a:t>
            </a:r>
            <a:r>
              <a:rPr lang="en-US" sz="2000" dirty="0">
                <a:sym typeface="Wingdings" panose="05000000000000000000" pitchFamily="2" charset="2"/>
              </a:rPr>
              <a:t></a:t>
            </a:r>
            <a:r>
              <a:rPr lang="en-US" sz="2000" dirty="0"/>
              <a:t> open the visual studio code extension store.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238EFB-1376-485D-A19C-08F3EF569450}"/>
              </a:ext>
            </a:extLst>
          </p:cNvPr>
          <p:cNvSpPr txBox="1"/>
          <p:nvPr/>
        </p:nvSpPr>
        <p:spPr>
          <a:xfrm>
            <a:off x="1017932" y="2290156"/>
            <a:ext cx="7238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Step No 1: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14BF53-045C-4EE1-B2E8-C6F61CE7CB2D}"/>
              </a:ext>
            </a:extLst>
          </p:cNvPr>
          <p:cNvSpPr txBox="1"/>
          <p:nvPr/>
        </p:nvSpPr>
        <p:spPr>
          <a:xfrm>
            <a:off x="1017932" y="4111920"/>
            <a:ext cx="7238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Step No 2: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65E53B-B556-468B-8787-B47FCF3CA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049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868CA3-C840-4CA7-B47B-2FDE0375A038}"/>
              </a:ext>
            </a:extLst>
          </p:cNvPr>
          <p:cNvSpPr txBox="1"/>
          <p:nvPr/>
        </p:nvSpPr>
        <p:spPr>
          <a:xfrm>
            <a:off x="845655" y="3881017"/>
            <a:ext cx="7953790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Write First Program in Python:</a:t>
            </a:r>
            <a:endParaRPr lang="en-US" sz="2400" dirty="0">
              <a:solidFill>
                <a:srgbClr val="0070C0"/>
              </a:solidFill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Write Your First Program in Python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D6731E-5F30-4746-A2B9-6BD15FF25E8A}"/>
              </a:ext>
            </a:extLst>
          </p:cNvPr>
          <p:cNvSpPr txBox="1"/>
          <p:nvPr/>
        </p:nvSpPr>
        <p:spPr>
          <a:xfrm>
            <a:off x="845655" y="2318021"/>
            <a:ext cx="11006756" cy="1511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rgbClr val="0070C0"/>
                </a:solidFill>
              </a:rPr>
              <a:t>Output Variable: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/>
              <a:t>The Python </a:t>
            </a:r>
            <a:r>
              <a:rPr lang="en-US" altLang="en-US" sz="2000" b="1" dirty="0"/>
              <a:t>print</a:t>
            </a:r>
            <a:r>
              <a:rPr lang="en-US" altLang="en-US" sz="2000" dirty="0"/>
              <a:t> statement is often used to output variables.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/>
              <a:t>To combine both text and a variable, Python uses the </a:t>
            </a:r>
            <a:r>
              <a:rPr lang="en-US" altLang="en-US" sz="2000" b="1" dirty="0"/>
              <a:t>+</a:t>
            </a:r>
            <a:r>
              <a:rPr lang="en-US" altLang="en-US" sz="2000" dirty="0"/>
              <a:t> character: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BD503-3275-4097-96DB-729E13959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5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CBCF45-B588-4FF1-B11D-1794F575F3E9}"/>
              </a:ext>
            </a:extLst>
          </p:cNvPr>
          <p:cNvSpPr txBox="1"/>
          <p:nvPr/>
        </p:nvSpPr>
        <p:spPr>
          <a:xfrm>
            <a:off x="942109" y="4636896"/>
            <a:ext cx="6096000" cy="92333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# first program in python</a:t>
            </a:r>
          </a:p>
          <a:p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"My First Program in Python"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1823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What is Variable?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D6731E-5F30-4746-A2B9-6BD15FF25E8A}"/>
              </a:ext>
            </a:extLst>
          </p:cNvPr>
          <p:cNvSpPr txBox="1"/>
          <p:nvPr/>
        </p:nvSpPr>
        <p:spPr>
          <a:xfrm>
            <a:off x="983561" y="2471879"/>
            <a:ext cx="10224877" cy="9571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A variable is a container for a particular set of bits or type of data (like integer, float, string etc.) or variable is a memory location to store data.</a:t>
            </a:r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DE6229B2-1C56-4CD2-8103-DFBC73BAA26C}"/>
              </a:ext>
            </a:extLst>
          </p:cNvPr>
          <p:cNvSpPr/>
          <p:nvPr/>
        </p:nvSpPr>
        <p:spPr>
          <a:xfrm>
            <a:off x="5267738" y="4273255"/>
            <a:ext cx="1656522" cy="2064249"/>
          </a:xfrm>
          <a:prstGeom prst="ca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Variable</a:t>
            </a:r>
          </a:p>
        </p:txBody>
      </p:sp>
      <p:sp>
        <p:nvSpPr>
          <p:cNvPr id="5" name="Flowchart: Preparation 4">
            <a:extLst>
              <a:ext uri="{FF2B5EF4-FFF2-40B4-BE49-F238E27FC236}">
                <a16:creationId xmlns:a16="http://schemas.microsoft.com/office/drawing/2014/main" id="{F536CB6D-2679-4FAA-800C-0B04365608F1}"/>
              </a:ext>
            </a:extLst>
          </p:cNvPr>
          <p:cNvSpPr/>
          <p:nvPr/>
        </p:nvSpPr>
        <p:spPr>
          <a:xfrm>
            <a:off x="8309113" y="4876923"/>
            <a:ext cx="1285461" cy="856911"/>
          </a:xfrm>
          <a:prstGeom prst="flowChartPreparat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9" name="Flowchart: Preparation 8">
            <a:extLst>
              <a:ext uri="{FF2B5EF4-FFF2-40B4-BE49-F238E27FC236}">
                <a16:creationId xmlns:a16="http://schemas.microsoft.com/office/drawing/2014/main" id="{AD7C6BFF-381A-42C4-8533-D0A2A6442A34}"/>
              </a:ext>
            </a:extLst>
          </p:cNvPr>
          <p:cNvSpPr/>
          <p:nvPr/>
        </p:nvSpPr>
        <p:spPr>
          <a:xfrm>
            <a:off x="5456582" y="3929021"/>
            <a:ext cx="1278836" cy="688468"/>
          </a:xfrm>
          <a:prstGeom prst="flowChartPreparat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10" name="Arrow: Curved Right 9">
            <a:extLst>
              <a:ext uri="{FF2B5EF4-FFF2-40B4-BE49-F238E27FC236}">
                <a16:creationId xmlns:a16="http://schemas.microsoft.com/office/drawing/2014/main" id="{B5C3F26E-C521-402F-8F9D-54F13393FBA0}"/>
              </a:ext>
            </a:extLst>
          </p:cNvPr>
          <p:cNvSpPr/>
          <p:nvPr/>
        </p:nvSpPr>
        <p:spPr>
          <a:xfrm rot="6629134">
            <a:off x="7168748" y="2488568"/>
            <a:ext cx="921145" cy="3252641"/>
          </a:xfrm>
          <a:prstGeom prst="curvedRightArrow">
            <a:avLst>
              <a:gd name="adj1" fmla="val 31532"/>
              <a:gd name="adj2" fmla="val 55777"/>
              <a:gd name="adj3" fmla="val 34952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FB5723-41E5-452A-92D5-D78065613CBE}"/>
              </a:ext>
            </a:extLst>
          </p:cNvPr>
          <p:cNvSpPr/>
          <p:nvPr/>
        </p:nvSpPr>
        <p:spPr>
          <a:xfrm>
            <a:off x="2159559" y="4147610"/>
            <a:ext cx="1378226" cy="19685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RAM</a:t>
            </a:r>
          </a:p>
          <a:p>
            <a:pPr algn="ctr"/>
            <a:r>
              <a:rPr lang="en-US" sz="1000" dirty="0"/>
              <a:t>Random Access Memory</a:t>
            </a:r>
          </a:p>
        </p:txBody>
      </p:sp>
      <p:sp>
        <p:nvSpPr>
          <p:cNvPr id="12" name="Arrow: Left-Right 11">
            <a:extLst>
              <a:ext uri="{FF2B5EF4-FFF2-40B4-BE49-F238E27FC236}">
                <a16:creationId xmlns:a16="http://schemas.microsoft.com/office/drawing/2014/main" id="{752F0E9B-5954-499E-AFEC-92C835AA2710}"/>
              </a:ext>
            </a:extLst>
          </p:cNvPr>
          <p:cNvSpPr/>
          <p:nvPr/>
        </p:nvSpPr>
        <p:spPr>
          <a:xfrm>
            <a:off x="3537785" y="4922520"/>
            <a:ext cx="1729953" cy="403968"/>
          </a:xfrm>
          <a:prstGeom prst="leftRightArrow">
            <a:avLst>
              <a:gd name="adj1" fmla="val 23756"/>
              <a:gd name="adj2" fmla="val 6968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B75C5A-B967-43C1-8BA3-FE3A6BA78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651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Rules for creating variable in Python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D6731E-5F30-4746-A2B9-6BD15FF25E8A}"/>
              </a:ext>
            </a:extLst>
          </p:cNvPr>
          <p:cNvSpPr txBox="1"/>
          <p:nvPr/>
        </p:nvSpPr>
        <p:spPr>
          <a:xfrm>
            <a:off x="935126" y="2444170"/>
            <a:ext cx="10321748" cy="3265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 fontAlgn="base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A variable name must start with a letter or the underscore character.</a:t>
            </a:r>
          </a:p>
          <a:p>
            <a:pPr marL="457200" indent="-457200" algn="l" fontAlgn="base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A variable name cannot start with a number.</a:t>
            </a:r>
          </a:p>
          <a:p>
            <a:pPr marL="457200" indent="-457200" algn="l" fontAlgn="base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A variable name can only contain alpha-numeric characters and underscores (A-z, 0-9, and _ ).</a:t>
            </a:r>
          </a:p>
          <a:p>
            <a:pPr marL="457200" indent="-457200" algn="l" fontAlgn="base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Variable names are case-sensitive (name, Name and NAME are three different variables).</a:t>
            </a:r>
          </a:p>
          <a:p>
            <a:pPr marL="457200" indent="-457200" algn="l" fontAlgn="base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The reserved words(keywords) cannot be used naming the variable.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B75C5A-B967-43C1-8BA3-FE3A6BA78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488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Creating Variable in Python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D6731E-5F30-4746-A2B9-6BD15FF25E8A}"/>
              </a:ext>
            </a:extLst>
          </p:cNvPr>
          <p:cNvSpPr txBox="1"/>
          <p:nvPr/>
        </p:nvSpPr>
        <p:spPr>
          <a:xfrm>
            <a:off x="985575" y="2424829"/>
            <a:ext cx="10224877" cy="9571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/>
              <a:t>Python has no command for declaring a variable.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/>
              <a:t>A variable is created the moment you first assign a value to it.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C7830B-E70A-4067-BA87-40079DCC013E}"/>
              </a:ext>
            </a:extLst>
          </p:cNvPr>
          <p:cNvSpPr txBox="1"/>
          <p:nvPr/>
        </p:nvSpPr>
        <p:spPr>
          <a:xfrm>
            <a:off x="983560" y="3486395"/>
            <a:ext cx="15637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Example: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086414-1E90-4040-B54C-21198E02ABFC}"/>
              </a:ext>
            </a:extLst>
          </p:cNvPr>
          <p:cNvSpPr txBox="1"/>
          <p:nvPr/>
        </p:nvSpPr>
        <p:spPr>
          <a:xfrm>
            <a:off x="1113389" y="4099646"/>
            <a:ext cx="5073568" cy="12861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2060"/>
                </a:solidFill>
              </a:rPr>
              <a:t>x = 45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2060"/>
                </a:solidFill>
              </a:rPr>
              <a:t>x = 30.5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2060"/>
                </a:solidFill>
              </a:rPr>
              <a:t>x = “Hello World”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653757-FDEE-4252-B83F-E5701A7B3D8A}"/>
              </a:ext>
            </a:extLst>
          </p:cNvPr>
          <p:cNvSpPr txBox="1"/>
          <p:nvPr/>
        </p:nvSpPr>
        <p:spPr>
          <a:xfrm>
            <a:off x="983559" y="5562351"/>
            <a:ext cx="15637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Note: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B83B59-DCDF-4224-A723-483655E4DA9D}"/>
              </a:ext>
            </a:extLst>
          </p:cNvPr>
          <p:cNvSpPr txBox="1"/>
          <p:nvPr/>
        </p:nvSpPr>
        <p:spPr>
          <a:xfrm>
            <a:off x="983564" y="5997512"/>
            <a:ext cx="10224877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Variable do not need to be declared with any particular type.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67BB2C-7DB5-48E7-88A0-674A7AF81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593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What is Data Type?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D6731E-5F30-4746-A2B9-6BD15FF25E8A}"/>
              </a:ext>
            </a:extLst>
          </p:cNvPr>
          <p:cNvSpPr txBox="1"/>
          <p:nvPr/>
        </p:nvSpPr>
        <p:spPr>
          <a:xfrm>
            <a:off x="983561" y="2305625"/>
            <a:ext cx="10224877" cy="1418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A data type is a classification of data which tells the compiler or interpreter how the programmer intends to use the data. Most programming languages support various types of data, including </a:t>
            </a:r>
            <a:r>
              <a:rPr lang="en-US" sz="2000" b="1" dirty="0"/>
              <a:t>Integer</a:t>
            </a:r>
            <a:r>
              <a:rPr lang="en-US" sz="2000" dirty="0"/>
              <a:t>, </a:t>
            </a:r>
            <a:r>
              <a:rPr lang="en-US" sz="2000" b="1" dirty="0"/>
              <a:t>Float</a:t>
            </a:r>
            <a:r>
              <a:rPr lang="en-US" sz="2000" dirty="0"/>
              <a:t>, </a:t>
            </a:r>
            <a:r>
              <a:rPr lang="en-US" sz="2000" b="1" dirty="0"/>
              <a:t>Character</a:t>
            </a:r>
            <a:r>
              <a:rPr lang="en-US" sz="2000" dirty="0"/>
              <a:t> or </a:t>
            </a:r>
            <a:r>
              <a:rPr lang="en-US" sz="2000" b="1" dirty="0"/>
              <a:t>String</a:t>
            </a:r>
            <a:r>
              <a:rPr lang="en-US" sz="2000" dirty="0"/>
              <a:t>, and </a:t>
            </a:r>
            <a:r>
              <a:rPr lang="en-US" sz="2000" b="1" dirty="0"/>
              <a:t>Boolean</a:t>
            </a:r>
            <a:r>
              <a:rPr lang="en-US" sz="2000" dirty="0"/>
              <a:t>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B75C5A-B967-43C1-8BA3-FE3A6BA78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9C458A63-A600-42AA-B533-6E69A569B8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096361"/>
              </p:ext>
            </p:extLst>
          </p:nvPr>
        </p:nvGraphicFramePr>
        <p:xfrm>
          <a:off x="1038979" y="4147971"/>
          <a:ext cx="9986044" cy="16372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25851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Variable Type in Python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D6731E-5F30-4746-A2B9-6BD15FF25E8A}"/>
              </a:ext>
            </a:extLst>
          </p:cNvPr>
          <p:cNvSpPr txBox="1"/>
          <p:nvPr/>
        </p:nvSpPr>
        <p:spPr>
          <a:xfrm>
            <a:off x="983561" y="2471879"/>
            <a:ext cx="10224877" cy="9571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Data types are the classification or categorization of data items. It represents the kind of value that tells what operations can be performed on a particular data.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9FC8C1-E482-45B3-9889-2E1724F3A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612EE0-40D0-4B89-A068-958EF2ECCC0A}"/>
              </a:ext>
            </a:extLst>
          </p:cNvPr>
          <p:cNvSpPr txBox="1"/>
          <p:nvPr/>
        </p:nvSpPr>
        <p:spPr>
          <a:xfrm>
            <a:off x="983561" y="3661508"/>
            <a:ext cx="7675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Following are the standard or </a:t>
            </a:r>
            <a:r>
              <a:rPr lang="en-US" sz="2000" b="1" dirty="0"/>
              <a:t>built-in</a:t>
            </a:r>
            <a:r>
              <a:rPr lang="en-US" sz="2000" dirty="0"/>
              <a:t> </a:t>
            </a:r>
            <a:r>
              <a:rPr lang="en-US" sz="2000" b="1" dirty="0"/>
              <a:t>data</a:t>
            </a:r>
            <a:r>
              <a:rPr lang="en-US" sz="2000" dirty="0"/>
              <a:t> </a:t>
            </a:r>
            <a:r>
              <a:rPr lang="en-US" sz="2000" b="1" dirty="0"/>
              <a:t>type</a:t>
            </a:r>
            <a:r>
              <a:rPr lang="en-US" sz="2000" dirty="0"/>
              <a:t> of Python: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08FD40-7EBA-41CB-8347-2104C56C56DA}"/>
              </a:ext>
            </a:extLst>
          </p:cNvPr>
          <p:cNvSpPr txBox="1"/>
          <p:nvPr/>
        </p:nvSpPr>
        <p:spPr>
          <a:xfrm>
            <a:off x="983561" y="4294126"/>
            <a:ext cx="472451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 fontAlgn="base">
              <a:buFont typeface="Wingdings" panose="05000000000000000000" pitchFamily="2" charset="2"/>
              <a:buChar char="v"/>
            </a:pPr>
            <a:r>
              <a:rPr lang="en-US" sz="2000" dirty="0"/>
              <a:t>Numeric</a:t>
            </a:r>
          </a:p>
          <a:p>
            <a:pPr marL="342900" indent="-342900" algn="l" fontAlgn="base">
              <a:buFont typeface="Wingdings" panose="05000000000000000000" pitchFamily="2" charset="2"/>
              <a:buChar char="v"/>
            </a:pPr>
            <a:r>
              <a:rPr lang="en-US" sz="2000" dirty="0"/>
              <a:t>Sequence Type</a:t>
            </a:r>
          </a:p>
          <a:p>
            <a:pPr marL="342900" indent="-342900" algn="l" fontAlgn="base">
              <a:buFont typeface="Wingdings" panose="05000000000000000000" pitchFamily="2" charset="2"/>
              <a:buChar char="v"/>
            </a:pPr>
            <a:r>
              <a:rPr lang="en-US" sz="2000" dirty="0"/>
              <a:t>Boolean</a:t>
            </a:r>
          </a:p>
          <a:p>
            <a:pPr marL="342900" indent="-342900" algn="l" fontAlgn="base">
              <a:buFont typeface="Wingdings" panose="05000000000000000000" pitchFamily="2" charset="2"/>
              <a:buChar char="v"/>
            </a:pPr>
            <a:r>
              <a:rPr lang="en-US" sz="2000" dirty="0"/>
              <a:t>List, Tuple, Set</a:t>
            </a:r>
          </a:p>
          <a:p>
            <a:pPr marL="342900" indent="-342900" algn="l" fontAlgn="base">
              <a:buFont typeface="Wingdings" panose="05000000000000000000" pitchFamily="2" charset="2"/>
              <a:buChar char="v"/>
            </a:pPr>
            <a:r>
              <a:rPr lang="en-US" sz="2000" dirty="0"/>
              <a:t>Dictionary etc.</a:t>
            </a:r>
          </a:p>
        </p:txBody>
      </p:sp>
    </p:spTree>
    <p:extLst>
      <p:ext uri="{BB962C8B-B14F-4D97-AF65-F5344CB8AC3E}">
        <p14:creationId xmlns:p14="http://schemas.microsoft.com/office/powerpoint/2010/main" val="3685265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Python Numbers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D6731E-5F30-4746-A2B9-6BD15FF25E8A}"/>
              </a:ext>
            </a:extLst>
          </p:cNvPr>
          <p:cNvSpPr txBox="1"/>
          <p:nvPr/>
        </p:nvSpPr>
        <p:spPr>
          <a:xfrm>
            <a:off x="985575" y="2424829"/>
            <a:ext cx="10224877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There are three numeric types in python: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67BB2C-7DB5-48E7-88A0-674A7AF81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11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6B69A660-5447-481D-8D04-E6E3008E30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6167915"/>
              </p:ext>
            </p:extLst>
          </p:nvPr>
        </p:nvGraphicFramePr>
        <p:xfrm>
          <a:off x="1013283" y="3429000"/>
          <a:ext cx="10735372" cy="25838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42366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Many value to Multiple variable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D6731E-5F30-4746-A2B9-6BD15FF25E8A}"/>
              </a:ext>
            </a:extLst>
          </p:cNvPr>
          <p:cNvSpPr txBox="1"/>
          <p:nvPr/>
        </p:nvSpPr>
        <p:spPr>
          <a:xfrm>
            <a:off x="985575" y="2424829"/>
            <a:ext cx="10224877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In Python you can create multiple assignment for a variable.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C7830B-E70A-4067-BA87-40079DCC013E}"/>
              </a:ext>
            </a:extLst>
          </p:cNvPr>
          <p:cNvSpPr txBox="1"/>
          <p:nvPr/>
        </p:nvSpPr>
        <p:spPr>
          <a:xfrm>
            <a:off x="983560" y="3049075"/>
            <a:ext cx="15637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Example: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086414-1E90-4040-B54C-21198E02ABFC}"/>
              </a:ext>
            </a:extLst>
          </p:cNvPr>
          <p:cNvSpPr txBox="1"/>
          <p:nvPr/>
        </p:nvSpPr>
        <p:spPr>
          <a:xfrm>
            <a:off x="1154954" y="3688834"/>
            <a:ext cx="6093985" cy="4542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2060"/>
                </a:solidFill>
              </a:rPr>
              <a:t>x, y, name, </a:t>
            </a:r>
            <a:r>
              <a:rPr lang="en-US" b="1" dirty="0" err="1">
                <a:solidFill>
                  <a:srgbClr val="002060"/>
                </a:solidFill>
              </a:rPr>
              <a:t>is_bool</a:t>
            </a:r>
            <a:r>
              <a:rPr lang="en-US" b="1" dirty="0">
                <a:solidFill>
                  <a:srgbClr val="002060"/>
                </a:solidFill>
              </a:rPr>
              <a:t> = 20, 30.4, “Hello world”, True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FB66F0-5D2E-4381-9F20-4CD182FCC8BC}"/>
              </a:ext>
            </a:extLst>
          </p:cNvPr>
          <p:cNvSpPr/>
          <p:nvPr/>
        </p:nvSpPr>
        <p:spPr>
          <a:xfrm>
            <a:off x="1152940" y="4486920"/>
            <a:ext cx="2769704" cy="17007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2060"/>
                </a:solidFill>
              </a:rPr>
              <a:t>x = 40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2060"/>
                </a:solidFill>
              </a:rPr>
              <a:t>y = 60.5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2060"/>
                </a:solidFill>
              </a:rPr>
              <a:t>name = “Hello World”</a:t>
            </a:r>
          </a:p>
          <a:p>
            <a:pPr>
              <a:lnSpc>
                <a:spcPct val="150000"/>
              </a:lnSpc>
            </a:pPr>
            <a:r>
              <a:rPr lang="en-US" b="1" dirty="0" err="1">
                <a:solidFill>
                  <a:srgbClr val="002060"/>
                </a:solidFill>
              </a:rPr>
              <a:t>is_bool</a:t>
            </a:r>
            <a:r>
              <a:rPr lang="en-US" b="1" dirty="0">
                <a:solidFill>
                  <a:srgbClr val="002060"/>
                </a:solidFill>
              </a:rPr>
              <a:t> = True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3CF807A-489A-4F89-83AE-29E1DC2CDCB6}"/>
              </a:ext>
            </a:extLst>
          </p:cNvPr>
          <p:cNvCxnSpPr/>
          <p:nvPr/>
        </p:nvCxnSpPr>
        <p:spPr>
          <a:xfrm>
            <a:off x="2160105" y="4770784"/>
            <a:ext cx="226612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1F024E2-FA27-4C24-BED3-B92F8C449BC4}"/>
              </a:ext>
            </a:extLst>
          </p:cNvPr>
          <p:cNvCxnSpPr>
            <a:cxnSpLocks/>
          </p:cNvCxnSpPr>
          <p:nvPr/>
        </p:nvCxnSpPr>
        <p:spPr>
          <a:xfrm>
            <a:off x="2266122" y="5135218"/>
            <a:ext cx="216010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D4F20DA-7098-450F-9E51-C02AFA6F4976}"/>
              </a:ext>
            </a:extLst>
          </p:cNvPr>
          <p:cNvCxnSpPr>
            <a:cxnSpLocks/>
          </p:cNvCxnSpPr>
          <p:nvPr/>
        </p:nvCxnSpPr>
        <p:spPr>
          <a:xfrm>
            <a:off x="3697357" y="5565913"/>
            <a:ext cx="72886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5106A45-B608-465E-80B9-42934D269CAA}"/>
              </a:ext>
            </a:extLst>
          </p:cNvPr>
          <p:cNvCxnSpPr>
            <a:cxnSpLocks/>
          </p:cNvCxnSpPr>
          <p:nvPr/>
        </p:nvCxnSpPr>
        <p:spPr>
          <a:xfrm>
            <a:off x="2789583" y="6009861"/>
            <a:ext cx="163664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3303DDF-27C2-4B58-897A-EBE6C8A93AC2}"/>
              </a:ext>
            </a:extLst>
          </p:cNvPr>
          <p:cNvSpPr txBox="1"/>
          <p:nvPr/>
        </p:nvSpPr>
        <p:spPr>
          <a:xfrm>
            <a:off x="4551709" y="4486920"/>
            <a:ext cx="756199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int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AAF726-08CE-47F7-AB28-185C525895DE}"/>
              </a:ext>
            </a:extLst>
          </p:cNvPr>
          <p:cNvSpPr txBox="1"/>
          <p:nvPr/>
        </p:nvSpPr>
        <p:spPr>
          <a:xfrm>
            <a:off x="4551708" y="4839745"/>
            <a:ext cx="756199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float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EE64198-AEAE-4028-BC7A-F39473A6C9CB}"/>
              </a:ext>
            </a:extLst>
          </p:cNvPr>
          <p:cNvSpPr txBox="1"/>
          <p:nvPr/>
        </p:nvSpPr>
        <p:spPr>
          <a:xfrm>
            <a:off x="4551708" y="5257346"/>
            <a:ext cx="1007579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string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67FB90-57CD-472A-B6B6-C896BA71EEA7}"/>
              </a:ext>
            </a:extLst>
          </p:cNvPr>
          <p:cNvSpPr txBox="1"/>
          <p:nvPr/>
        </p:nvSpPr>
        <p:spPr>
          <a:xfrm>
            <a:off x="4551709" y="5692250"/>
            <a:ext cx="1265995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 err="1"/>
              <a:t>boolean</a:t>
            </a:r>
            <a:endParaRPr lang="en-US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A73BC5-43CA-4D42-BC26-F55466E43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9851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One value to Multiple variable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D6731E-5F30-4746-A2B9-6BD15FF25E8A}"/>
              </a:ext>
            </a:extLst>
          </p:cNvPr>
          <p:cNvSpPr txBox="1"/>
          <p:nvPr/>
        </p:nvSpPr>
        <p:spPr>
          <a:xfrm>
            <a:off x="985575" y="2424829"/>
            <a:ext cx="10224877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In Python you can create multiple assignment for a variable.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C7830B-E70A-4067-BA87-40079DCC013E}"/>
              </a:ext>
            </a:extLst>
          </p:cNvPr>
          <p:cNvSpPr txBox="1"/>
          <p:nvPr/>
        </p:nvSpPr>
        <p:spPr>
          <a:xfrm>
            <a:off x="969705" y="3049075"/>
            <a:ext cx="15637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Example: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086414-1E90-4040-B54C-21198E02ABFC}"/>
              </a:ext>
            </a:extLst>
          </p:cNvPr>
          <p:cNvSpPr txBox="1"/>
          <p:nvPr/>
        </p:nvSpPr>
        <p:spPr>
          <a:xfrm>
            <a:off x="1085679" y="3688834"/>
            <a:ext cx="6093985" cy="25317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2060"/>
                </a:solidFill>
              </a:rPr>
              <a:t>x, y, z = 40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2060"/>
                </a:solidFill>
              </a:rPr>
              <a:t>	or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2060"/>
                </a:solidFill>
              </a:rPr>
              <a:t>a, b, c, d = 50.6</a:t>
            </a:r>
          </a:p>
          <a:p>
            <a:pPr>
              <a:lnSpc>
                <a:spcPct val="150000"/>
              </a:lnSpc>
            </a:pPr>
            <a:endParaRPr lang="en-US" b="1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2060"/>
                </a:solidFill>
              </a:rPr>
              <a:t>print(a)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2060"/>
                </a:solidFill>
              </a:rPr>
              <a:t>print(b)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A73BC5-43CA-4D42-BC26-F55466E43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557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Type() Function in Python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D6731E-5F30-4746-A2B9-6BD15FF25E8A}"/>
              </a:ext>
            </a:extLst>
          </p:cNvPr>
          <p:cNvSpPr txBox="1"/>
          <p:nvPr/>
        </p:nvSpPr>
        <p:spPr>
          <a:xfrm>
            <a:off x="985575" y="2424829"/>
            <a:ext cx="10224877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You can get the data type of a variable with the type() function.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C7830B-E70A-4067-BA87-40079DCC013E}"/>
              </a:ext>
            </a:extLst>
          </p:cNvPr>
          <p:cNvSpPr txBox="1"/>
          <p:nvPr/>
        </p:nvSpPr>
        <p:spPr>
          <a:xfrm>
            <a:off x="983560" y="3049075"/>
            <a:ext cx="15637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Example: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086414-1E90-4040-B54C-21198E02ABFC}"/>
              </a:ext>
            </a:extLst>
          </p:cNvPr>
          <p:cNvSpPr txBox="1"/>
          <p:nvPr/>
        </p:nvSpPr>
        <p:spPr>
          <a:xfrm>
            <a:off x="1154954" y="3688834"/>
            <a:ext cx="5073568" cy="17007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2060"/>
                </a:solidFill>
              </a:rPr>
              <a:t>x = 45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2060"/>
                </a:solidFill>
              </a:rPr>
              <a:t>y = “Hello World”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2060"/>
                </a:solidFill>
              </a:rPr>
              <a:t>print(type(x))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2060"/>
                </a:solidFill>
              </a:rPr>
              <a:t>print(type(y))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653757-FDEE-4252-B83F-E5701A7B3D8A}"/>
              </a:ext>
            </a:extLst>
          </p:cNvPr>
          <p:cNvSpPr txBox="1"/>
          <p:nvPr/>
        </p:nvSpPr>
        <p:spPr>
          <a:xfrm>
            <a:off x="983559" y="5522595"/>
            <a:ext cx="15637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Note: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B83B59-DCDF-4224-A723-483655E4DA9D}"/>
              </a:ext>
            </a:extLst>
          </p:cNvPr>
          <p:cNvSpPr txBox="1"/>
          <p:nvPr/>
        </p:nvSpPr>
        <p:spPr>
          <a:xfrm>
            <a:off x="983564" y="5957756"/>
            <a:ext cx="10224877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Single variable can be declared either by using single or double quotes.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7011E7B-5ECA-4CB8-9563-4A36C3C8E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2165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Comments in Python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D6731E-5F30-4746-A2B9-6BD15FF25E8A}"/>
              </a:ext>
            </a:extLst>
          </p:cNvPr>
          <p:cNvSpPr txBox="1"/>
          <p:nvPr/>
        </p:nvSpPr>
        <p:spPr>
          <a:xfrm>
            <a:off x="983563" y="2309953"/>
            <a:ext cx="10224877" cy="1425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Comments can be used to explain Python code.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Comments can be used to make the code more readable.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/>
              <a:t>Comments starts with a </a:t>
            </a:r>
            <a:r>
              <a:rPr lang="en-US" altLang="en-US" sz="2000" b="1" dirty="0"/>
              <a:t>#</a:t>
            </a:r>
            <a:r>
              <a:rPr lang="en-US" altLang="en-US" sz="2000" dirty="0"/>
              <a:t>, and Python will ignore them: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C7830B-E70A-4067-BA87-40079DCC013E}"/>
              </a:ext>
            </a:extLst>
          </p:cNvPr>
          <p:cNvSpPr txBox="1"/>
          <p:nvPr/>
        </p:nvSpPr>
        <p:spPr>
          <a:xfrm>
            <a:off x="983563" y="3902871"/>
            <a:ext cx="3893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Creating a Comment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A73BC5-43CA-4D42-BC26-F55466E43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15</a:t>
            </a:fld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C44B142-E4D7-4B93-BE1E-835C14A5DBCC}"/>
              </a:ext>
            </a:extLst>
          </p:cNvPr>
          <p:cNvSpPr txBox="1"/>
          <p:nvPr/>
        </p:nvSpPr>
        <p:spPr>
          <a:xfrm>
            <a:off x="1154954" y="4532192"/>
            <a:ext cx="6096000" cy="203132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Single Line Comments.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60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 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Multiple line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083364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Casting in Python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D6731E-5F30-4746-A2B9-6BD15FF25E8A}"/>
              </a:ext>
            </a:extLst>
          </p:cNvPr>
          <p:cNvSpPr txBox="1"/>
          <p:nvPr/>
        </p:nvSpPr>
        <p:spPr>
          <a:xfrm>
            <a:off x="983563" y="2375325"/>
            <a:ext cx="10224877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000" dirty="0"/>
              <a:t>If you want to specify the data type of a variable, this can be done with casting.</a:t>
            </a:r>
            <a:r>
              <a:rPr lang="en-US" altLang="en-US" sz="2000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C7830B-E70A-4067-BA87-40079DCC013E}"/>
              </a:ext>
            </a:extLst>
          </p:cNvPr>
          <p:cNvSpPr txBox="1"/>
          <p:nvPr/>
        </p:nvSpPr>
        <p:spPr>
          <a:xfrm>
            <a:off x="969708" y="3103810"/>
            <a:ext cx="3893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Example 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A73BC5-43CA-4D42-BC26-F55466E43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16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825D4F-8D7C-4246-BFD3-D6B612FA5B0E}"/>
              </a:ext>
            </a:extLst>
          </p:cNvPr>
          <p:cNvSpPr txBox="1"/>
          <p:nvPr/>
        </p:nvSpPr>
        <p:spPr>
          <a:xfrm>
            <a:off x="1071829" y="3798503"/>
            <a:ext cx="6096000" cy="2862322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create a float value.</a:t>
            </a:r>
            <a:endParaRPr lang="en-US" b="0" dirty="0">
              <a:solidFill>
                <a:srgbClr val="9CDCFE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40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create </a:t>
            </a: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int value.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70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create string in python</a:t>
            </a: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.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120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27038806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82DE0D62-AAD7-4D50-AD06-F7CC05D961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2650434"/>
            <a:ext cx="8825658" cy="1133033"/>
          </a:xfrm>
        </p:spPr>
        <p:txBody>
          <a:bodyPr/>
          <a:lstStyle/>
          <a:p>
            <a:r>
              <a:rPr lang="en-US" sz="7200" dirty="0"/>
              <a:t>Thanks for Reading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A7B717-BBA2-4685-BAF6-A0F085FE0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4601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651</TotalTime>
  <Words>887</Words>
  <Application>Microsoft Office PowerPoint</Application>
  <PresentationFormat>Widescreen</PresentationFormat>
  <Paragraphs>152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Arial Rounded MT Bold</vt:lpstr>
      <vt:lpstr>Calibri</vt:lpstr>
      <vt:lpstr>Century Gothic</vt:lpstr>
      <vt:lpstr>Consolas</vt:lpstr>
      <vt:lpstr>Wingdings</vt:lpstr>
      <vt:lpstr>Wingdings 3</vt:lpstr>
      <vt:lpstr>Ion Boardroom</vt:lpstr>
      <vt:lpstr>Part 2  Download and Setup Python &amp; VS Code</vt:lpstr>
      <vt:lpstr>How to download Python</vt:lpstr>
      <vt:lpstr>Some Basic command in CMD</vt:lpstr>
      <vt:lpstr>Download and setup VS Code</vt:lpstr>
      <vt:lpstr>Write Your First Program in Python</vt:lpstr>
      <vt:lpstr>What is Variable?</vt:lpstr>
      <vt:lpstr>Rules for creating variable in Python</vt:lpstr>
      <vt:lpstr>Creating Variable in Python</vt:lpstr>
      <vt:lpstr>What is Data Type?</vt:lpstr>
      <vt:lpstr>Variable Type in Python</vt:lpstr>
      <vt:lpstr>Python Numbers</vt:lpstr>
      <vt:lpstr>Many value to Multiple variable</vt:lpstr>
      <vt:lpstr>One value to Multiple variable</vt:lpstr>
      <vt:lpstr>Type() Function in Python</vt:lpstr>
      <vt:lpstr>Comments in Python</vt:lpstr>
      <vt:lpstr>Casting in Python</vt:lpstr>
      <vt:lpstr>Thanks for 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Babar Ali</dc:creator>
  <cp:lastModifiedBy>Babar Ali</cp:lastModifiedBy>
  <cp:revision>321</cp:revision>
  <dcterms:created xsi:type="dcterms:W3CDTF">2021-12-18T06:39:36Z</dcterms:created>
  <dcterms:modified xsi:type="dcterms:W3CDTF">2022-02-22T11:06:22Z</dcterms:modified>
</cp:coreProperties>
</file>