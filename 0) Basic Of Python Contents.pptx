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0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1/13/2022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1/13/2022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9748572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Python &gt; Level 1 Contents</a:t>
            </a:r>
            <a:endParaRPr lang="en-US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Contents Slides No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760669"/>
            <a:ext cx="7762236" cy="188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Python?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Interpreter &amp; Compiler?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used for Python?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Should I learn Python 3 or Python 4.</a:t>
            </a:r>
          </a:p>
        </p:txBody>
      </p:sp>
    </p:spTree>
    <p:extLst>
      <p:ext uri="{BB962C8B-B14F-4D97-AF65-F5344CB8AC3E}">
        <p14:creationId xmlns:p14="http://schemas.microsoft.com/office/powerpoint/2010/main" val="146291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Contents Slides No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391792"/>
            <a:ext cx="7762236" cy="372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download and install Python?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download and install visual studio code?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setup visual studio as a Python Interpreter?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Write your first program in Python.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create variable and Python?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Data Types in Python.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assign multiple value on multiple variable?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Assign single value to multiple variable.</a:t>
            </a:r>
          </a:p>
        </p:txBody>
      </p:sp>
    </p:spTree>
    <p:extLst>
      <p:ext uri="{BB962C8B-B14F-4D97-AF65-F5344CB8AC3E}">
        <p14:creationId xmlns:p14="http://schemas.microsoft.com/office/powerpoint/2010/main" val="48124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Contents Slides No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391792"/>
            <a:ext cx="7762236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Type() function in Python.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Comments in Python(single or multi line comments).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casting in Python?</a:t>
            </a:r>
          </a:p>
        </p:txBody>
      </p:sp>
    </p:spTree>
    <p:extLst>
      <p:ext uri="{BB962C8B-B14F-4D97-AF65-F5344CB8AC3E}">
        <p14:creationId xmlns:p14="http://schemas.microsoft.com/office/powerpoint/2010/main" val="176656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Contents Slides No 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655029"/>
            <a:ext cx="7762236" cy="2342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Operator in Python.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Arithmetic</a:t>
            </a:r>
            <a:r>
              <a:rPr lang="en-US" sz="2000" dirty="0"/>
              <a:t> Operator with Example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Assignment</a:t>
            </a:r>
            <a:r>
              <a:rPr lang="en-US" sz="2000" dirty="0"/>
              <a:t> Operator with Example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Logical</a:t>
            </a:r>
            <a:r>
              <a:rPr lang="en-US" sz="2000" dirty="0"/>
              <a:t> Operator with Example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/>
              <a:t>Comparison</a:t>
            </a:r>
            <a:r>
              <a:rPr lang="en-US" sz="2000" dirty="0"/>
              <a:t> Operator with Example</a:t>
            </a:r>
          </a:p>
        </p:txBody>
      </p:sp>
    </p:spTree>
    <p:extLst>
      <p:ext uri="{BB962C8B-B14F-4D97-AF65-F5344CB8AC3E}">
        <p14:creationId xmlns:p14="http://schemas.microsoft.com/office/powerpoint/2010/main" val="269694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String &gt; Slides No 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502629"/>
            <a:ext cx="7762236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String in Python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Assign String to a variable.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String are arrays.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Slicing a String.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Modify String</a:t>
            </a:r>
          </a:p>
          <a:p>
            <a:pPr marL="1371600" lvl="2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uppercase, lowercase, capitalize, split etc.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String Concatenation.</a:t>
            </a:r>
          </a:p>
        </p:txBody>
      </p:sp>
    </p:spTree>
    <p:extLst>
      <p:ext uri="{BB962C8B-B14F-4D97-AF65-F5344CB8AC3E}">
        <p14:creationId xmlns:p14="http://schemas.microsoft.com/office/powerpoint/2010/main" val="617249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String &gt; Slides No 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502629"/>
            <a:ext cx="7762236" cy="280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 startAt="6"/>
            </a:pPr>
            <a:r>
              <a:rPr lang="en-US" sz="2000" dirty="0"/>
              <a:t>Format String using format function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6"/>
            </a:pPr>
            <a:r>
              <a:rPr lang="en-US" sz="2000" dirty="0"/>
              <a:t>What is F-String how to format string in F-String?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6"/>
            </a:pPr>
            <a:r>
              <a:rPr lang="en-US" sz="2000" dirty="0"/>
              <a:t>What is Escape Character?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6"/>
            </a:pPr>
            <a:r>
              <a:rPr lang="en-US" sz="2000" dirty="0"/>
              <a:t>How to loop String?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6"/>
            </a:pPr>
            <a:r>
              <a:rPr lang="en-US" sz="2000" dirty="0"/>
              <a:t>Using “in” operator in String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6"/>
            </a:pPr>
            <a:r>
              <a:rPr lang="en-US" sz="2000" dirty="0"/>
              <a:t>Using “not in” operator in String</a:t>
            </a:r>
          </a:p>
        </p:txBody>
      </p:sp>
    </p:spTree>
    <p:extLst>
      <p:ext uri="{BB962C8B-B14F-4D97-AF65-F5344CB8AC3E}">
        <p14:creationId xmlns:p14="http://schemas.microsoft.com/office/powerpoint/2010/main" val="187589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List &gt; Slides No 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502629"/>
            <a:ext cx="7762236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list and how to create a list?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create list with different Data Types?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Len() function in list.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Insert() function in list.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Sort() and reverse() function in Python.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access items in a list?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Change Value to a list.</a:t>
            </a:r>
          </a:p>
        </p:txBody>
      </p:sp>
    </p:spTree>
    <p:extLst>
      <p:ext uri="{BB962C8B-B14F-4D97-AF65-F5344CB8AC3E}">
        <p14:creationId xmlns:p14="http://schemas.microsoft.com/office/powerpoint/2010/main" val="2332843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List &gt; Slides No 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502629"/>
            <a:ext cx="7762236" cy="280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 startAt="8"/>
            </a:pPr>
            <a:r>
              <a:rPr lang="en-US" sz="2000" dirty="0"/>
              <a:t>Append() function in list.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8"/>
            </a:pPr>
            <a:r>
              <a:rPr lang="en-US" sz="2000" dirty="0"/>
              <a:t>Pop() function in list.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8"/>
            </a:pPr>
            <a:r>
              <a:rPr lang="en-US" sz="2000" dirty="0"/>
              <a:t>Extend() method in list.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8"/>
            </a:pPr>
            <a:r>
              <a:rPr lang="en-US" sz="2000" dirty="0"/>
              <a:t>How to loop through a list?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8"/>
            </a:pPr>
            <a:r>
              <a:rPr lang="en-US" sz="2000" dirty="0"/>
              <a:t>Range() &amp; </a:t>
            </a:r>
            <a:r>
              <a:rPr lang="en-US" sz="2000" dirty="0" err="1"/>
              <a:t>len</a:t>
            </a:r>
            <a:r>
              <a:rPr lang="en-US" sz="2000" dirty="0"/>
              <a:t>() function in a list.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 startAt="8"/>
            </a:pPr>
            <a:r>
              <a:rPr lang="en-US" sz="2000" dirty="0"/>
              <a:t>How to copy() list?</a:t>
            </a:r>
          </a:p>
        </p:txBody>
      </p:sp>
    </p:spTree>
    <p:extLst>
      <p:ext uri="{BB962C8B-B14F-4D97-AF65-F5344CB8AC3E}">
        <p14:creationId xmlns:p14="http://schemas.microsoft.com/office/powerpoint/2010/main" val="2603888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Tuple &gt; Slides No 6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502629"/>
            <a:ext cx="7762236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Tuple?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Create tuple with different Data Type.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Len() function in tuple.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Access items in Tuple?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loop a Tuple?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Range() and </a:t>
            </a:r>
            <a:r>
              <a:rPr lang="en-US" sz="2000" dirty="0" err="1"/>
              <a:t>len</a:t>
            </a:r>
            <a:r>
              <a:rPr lang="en-US" sz="2000" dirty="0"/>
              <a:t>() function in Tuple.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convert Tuple into a List?</a:t>
            </a:r>
          </a:p>
        </p:txBody>
      </p:sp>
    </p:spTree>
    <p:extLst>
      <p:ext uri="{BB962C8B-B14F-4D97-AF65-F5344CB8AC3E}">
        <p14:creationId xmlns:p14="http://schemas.microsoft.com/office/powerpoint/2010/main" val="1102487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Set &gt; Slides No 7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447210"/>
            <a:ext cx="7762236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Set?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Create Set?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Create set in different Data Types.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Len() function in Set.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loop through a list?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Add() function in Set.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convert set into a list?</a:t>
            </a:r>
          </a:p>
        </p:txBody>
      </p:sp>
    </p:spTree>
    <p:extLst>
      <p:ext uri="{BB962C8B-B14F-4D97-AF65-F5344CB8AC3E}">
        <p14:creationId xmlns:p14="http://schemas.microsoft.com/office/powerpoint/2010/main" val="372893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Dictionary &gt; Slides No 8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391791"/>
            <a:ext cx="7762236" cy="372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Dictionary?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create dictionary?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Get() function in dictionary.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key() and value() in dictionary?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get the items of dictionary?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add items in a dictionary?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 err="1"/>
              <a:t>Popitem</a:t>
            </a:r>
            <a:r>
              <a:rPr lang="en-US" sz="2000" dirty="0"/>
              <a:t>() function in dictionary.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Pop(), delete() and clear() method in dictionary</a:t>
            </a:r>
          </a:p>
        </p:txBody>
      </p:sp>
    </p:spTree>
    <p:extLst>
      <p:ext uri="{BB962C8B-B14F-4D97-AF65-F5344CB8AC3E}">
        <p14:creationId xmlns:p14="http://schemas.microsoft.com/office/powerpoint/2010/main" val="1854968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Conditional Statement &gt; Slides No 9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433354"/>
            <a:ext cx="7762236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Condition Statement.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If statement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If Else statement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 err="1"/>
              <a:t>Elif</a:t>
            </a:r>
            <a:r>
              <a:rPr lang="en-US" sz="2000" dirty="0"/>
              <a:t> statement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Nested If statement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Short Hand of If Statement.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Short Hand of If Else Statement.</a:t>
            </a:r>
          </a:p>
        </p:txBody>
      </p:sp>
    </p:spTree>
    <p:extLst>
      <p:ext uri="{BB962C8B-B14F-4D97-AF65-F5344CB8AC3E}">
        <p14:creationId xmlns:p14="http://schemas.microsoft.com/office/powerpoint/2010/main" val="3281248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Rounded MT Bold" panose="020F0704030504030204" pitchFamily="34" charset="0"/>
              </a:rPr>
              <a:t>&lt; Loops </a:t>
            </a:r>
            <a:r>
              <a:rPr lang="en-US" dirty="0">
                <a:latin typeface="Arial Rounded MT Bold" panose="020F0704030504030204" pitchFamily="34" charset="0"/>
              </a:rPr>
              <a:t>&gt; Slides No 10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461064"/>
            <a:ext cx="7762236" cy="280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Loop?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loops work?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For loop.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While loop.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“break” and “continue” statement?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Range() function in loop.</a:t>
            </a:r>
          </a:p>
        </p:txBody>
      </p:sp>
    </p:spTree>
    <p:extLst>
      <p:ext uri="{BB962C8B-B14F-4D97-AF65-F5344CB8AC3E}">
        <p14:creationId xmlns:p14="http://schemas.microsoft.com/office/powerpoint/2010/main" val="4138165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Function &gt; Slides No 11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461064"/>
            <a:ext cx="7762236" cy="372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function?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Function with no arguments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Function with arguments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Function with default arguments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create function?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call a function?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Function with arbitrary arguments(*</a:t>
            </a:r>
            <a:r>
              <a:rPr lang="en-US" sz="2000" dirty="0" err="1"/>
              <a:t>args</a:t>
            </a:r>
            <a:r>
              <a:rPr lang="en-US" sz="2000" dirty="0"/>
              <a:t>, **</a:t>
            </a:r>
            <a:r>
              <a:rPr lang="en-US" sz="2000" dirty="0" err="1"/>
              <a:t>kwargs</a:t>
            </a:r>
            <a:r>
              <a:rPr lang="en-US" sz="2000" dirty="0"/>
              <a:t>)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Keyword argument in function.</a:t>
            </a:r>
          </a:p>
        </p:txBody>
      </p:sp>
    </p:spTree>
    <p:extLst>
      <p:ext uri="{BB962C8B-B14F-4D97-AF65-F5344CB8AC3E}">
        <p14:creationId xmlns:p14="http://schemas.microsoft.com/office/powerpoint/2010/main" val="318038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Lambda Function &gt; Slides No 12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461064"/>
            <a:ext cx="7762236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lambda function?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create lambda function?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Why we used lambda function?</a:t>
            </a:r>
          </a:p>
        </p:txBody>
      </p:sp>
    </p:spTree>
    <p:extLst>
      <p:ext uri="{BB962C8B-B14F-4D97-AF65-F5344CB8AC3E}">
        <p14:creationId xmlns:p14="http://schemas.microsoft.com/office/powerpoint/2010/main" val="2286138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&lt; Exceptions Handling &gt; Slides </a:t>
            </a:r>
            <a:r>
              <a:rPr lang="en-US">
                <a:latin typeface="Arial Rounded MT Bold" panose="020F0704030504030204" pitchFamily="34" charset="0"/>
              </a:rPr>
              <a:t>No 15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5B721-F128-4212-8825-21B4901F7CD0}"/>
              </a:ext>
            </a:extLst>
          </p:cNvPr>
          <p:cNvSpPr txBox="1"/>
          <p:nvPr/>
        </p:nvSpPr>
        <p:spPr>
          <a:xfrm>
            <a:off x="1654542" y="2497431"/>
            <a:ext cx="7762236" cy="2803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Exceptions Handling?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“Try” and “Except” Statement?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“Else” in Exceptions Handling.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“Finally” in Exceptions Handling.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How to create “raise exception” in handling?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dirty="0"/>
              <a:t>What is “</a:t>
            </a:r>
            <a:r>
              <a:rPr lang="en-US" sz="2000" dirty="0" err="1"/>
              <a:t>TypeError</a:t>
            </a:r>
            <a:r>
              <a:rPr lang="en-US" sz="2000" dirty="0"/>
              <a:t>” in Exceptions Handling?</a:t>
            </a:r>
          </a:p>
        </p:txBody>
      </p:sp>
    </p:spTree>
    <p:extLst>
      <p:ext uri="{BB962C8B-B14F-4D97-AF65-F5344CB8AC3E}">
        <p14:creationId xmlns:p14="http://schemas.microsoft.com/office/powerpoint/2010/main" val="715160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211</TotalTime>
  <Words>733</Words>
  <Application>Microsoft Office PowerPoint</Application>
  <PresentationFormat>Widescreen</PresentationFormat>
  <Paragraphs>136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Rounded MT Bold</vt:lpstr>
      <vt:lpstr>Calibri</vt:lpstr>
      <vt:lpstr>Century Gothic</vt:lpstr>
      <vt:lpstr>Wingdings 3</vt:lpstr>
      <vt:lpstr>Ion Boardroom</vt:lpstr>
      <vt:lpstr>&lt; Python &gt; Level 1 Contents</vt:lpstr>
      <vt:lpstr>Contents Slides No 1</vt:lpstr>
      <vt:lpstr>Contents Slides No 2</vt:lpstr>
      <vt:lpstr>Contents Slides No 2</vt:lpstr>
      <vt:lpstr>Contents Slides No 3</vt:lpstr>
      <vt:lpstr>&lt; String &gt; Slides No 4</vt:lpstr>
      <vt:lpstr>&lt; String &gt; Slides No 4</vt:lpstr>
      <vt:lpstr>&lt; List &gt; Slides No 5</vt:lpstr>
      <vt:lpstr>&lt; List &gt; Slides No 5</vt:lpstr>
      <vt:lpstr>&lt; Tuple &gt; Slides No 6</vt:lpstr>
      <vt:lpstr>&lt; Set &gt; Slides No 7</vt:lpstr>
      <vt:lpstr>&lt; Dictionary &gt; Slides No 8</vt:lpstr>
      <vt:lpstr>&lt; Conditional Statement &gt; Slides No 9</vt:lpstr>
      <vt:lpstr>&lt; Loops &gt; Slides No 10</vt:lpstr>
      <vt:lpstr>&lt; Function &gt; Slides No 11</vt:lpstr>
      <vt:lpstr>&lt; Lambda Function &gt; Slides No 12</vt:lpstr>
      <vt:lpstr>&lt; Exceptions Handling &gt; Slides No 15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169</cp:revision>
  <dcterms:created xsi:type="dcterms:W3CDTF">2021-12-18T06:39:36Z</dcterms:created>
  <dcterms:modified xsi:type="dcterms:W3CDTF">2022-01-13T18:39:30Z</dcterms:modified>
</cp:coreProperties>
</file>