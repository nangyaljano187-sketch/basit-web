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8"/>
  </p:notesMasterIdLst>
  <p:sldIdLst>
    <p:sldId id="256" r:id="rId2"/>
    <p:sldId id="279" r:id="rId3"/>
    <p:sldId id="280" r:id="rId4"/>
    <p:sldId id="281" r:id="rId5"/>
    <p:sldId id="282" r:id="rId6"/>
    <p:sldId id="26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291" autoAdjust="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27AA2-C240-46A2-936B-74D08DECA3A7}" type="datetimeFigureOut">
              <a:rPr lang="en-US" smtClean="0"/>
              <a:t>3/1/2022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42259B-3E87-49A4-A321-BEF1BD20C4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42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2A9FCE2-0C30-425B-BD34-65F77162D4A6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BE443-C17D-4310-A66C-8D41202C3877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C48F0-158D-4C7A-9C2F-0DBD8A353A5A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C294F-D308-4C16-BAC1-7A44E6F06E76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1214-69C5-49F8-A264-1AF2D079D60F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3F02D-F370-4394-8C74-0D51DD8D5673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8A645-686C-46D7-9A38-B0ED3D5C0FFE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DECDB-27FF-408E-967E-2FF555BB7191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844ED-5725-4050-94BC-CEBBF5F15283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99F2C-D40C-4776-A30F-DAD692012614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1E1AC-20E8-47BB-963B-32490DB75DF5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625AC-5F1C-4018-ABA4-E7AC17AAC6A3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600F7-1B31-4E64-A77D-FDAA1B62FFAC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D4620-801E-46F1-9983-AFE60CF14DA0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E13EA-3392-4F08-958C-C87303863311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EF8113F-4240-4B8B-90F6-D8BD8BDB6287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1A0F2C2-DD47-4C57-8D93-BCE77E07E1FB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7A210D0-3BBA-41B4-A219-A06473CEBDA9}" type="datetime1">
              <a:rPr lang="en-US" smtClean="0"/>
              <a:t>3/1/2022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384115"/>
            <a:ext cx="10188907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12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sz="4000" dirty="0">
                <a:latin typeface="Arial Rounded MT Bold" panose="020F0704030504030204" pitchFamily="34" charset="0"/>
              </a:rPr>
            </a:br>
            <a:r>
              <a:rPr lang="en-US" sz="4400" dirty="0">
                <a:latin typeface="Arial Rounded MT Bold" panose="020F0704030504030204" pitchFamily="34" charset="0"/>
              </a:rPr>
              <a:t>Lambda Function in Python</a:t>
            </a:r>
            <a:endParaRPr lang="en-US" sz="48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3.o</a:t>
            </a:r>
          </a:p>
          <a:p>
            <a:endParaRPr lang="en-US" sz="2400" dirty="0"/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8489743" y="5755393"/>
            <a:ext cx="2981739" cy="4307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latin typeface="+mj-lt"/>
              </a:rPr>
              <a:t>Written by: Babar </a:t>
            </a:r>
            <a:r>
              <a:rPr lang="en-US" sz="2000" b="1" dirty="0" err="1">
                <a:solidFill>
                  <a:schemeClr val="bg1"/>
                </a:solidFill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9BE65-88D1-4524-9E14-2B34145F8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014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Wha</a:t>
            </a:r>
            <a:r>
              <a:rPr lang="en-US" dirty="0"/>
              <a:t>t is Lambda Function ?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54079" y="2344623"/>
            <a:ext cx="10699480" cy="957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A lambda function is a small anonymous function. A lambda function can take any number of arguments, but can only have one expression.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3EE2C9-A23E-40F3-9B80-B99D2F32CC37}"/>
              </a:ext>
            </a:extLst>
          </p:cNvPr>
          <p:cNvSpPr txBox="1"/>
          <p:nvPr/>
        </p:nvSpPr>
        <p:spPr>
          <a:xfrm>
            <a:off x="1051063" y="4407267"/>
            <a:ext cx="5141921" cy="60991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b="1" dirty="0">
                <a:solidFill>
                  <a:srgbClr val="002060"/>
                </a:solidFill>
              </a:rPr>
              <a:t>lambda  </a:t>
            </a:r>
            <a:r>
              <a:rPr lang="en-US" sz="2000" b="1" i="1" dirty="0">
                <a:solidFill>
                  <a:srgbClr val="002060"/>
                </a:solidFill>
              </a:rPr>
              <a:t>arguments</a:t>
            </a:r>
            <a:r>
              <a:rPr lang="en-US" sz="2000" b="1" dirty="0">
                <a:solidFill>
                  <a:srgbClr val="002060"/>
                </a:solidFill>
              </a:rPr>
              <a:t> : </a:t>
            </a:r>
            <a:r>
              <a:rPr lang="en-US" sz="2000" b="1" i="1" dirty="0">
                <a:solidFill>
                  <a:srgbClr val="002060"/>
                </a:solidFill>
              </a:rPr>
              <a:t>expression</a:t>
            </a:r>
          </a:p>
        </p:txBody>
      </p:sp>
      <p:sp>
        <p:nvSpPr>
          <p:cNvPr id="19" name="Title 7">
            <a:extLst>
              <a:ext uri="{FF2B5EF4-FFF2-40B4-BE49-F238E27FC236}">
                <a16:creationId xmlns:a16="http://schemas.microsoft.com/office/drawing/2014/main" id="{C4018367-61A1-4C14-AB40-92F63CBD14AC}"/>
              </a:ext>
            </a:extLst>
          </p:cNvPr>
          <p:cNvSpPr txBox="1">
            <a:spLocks/>
          </p:cNvSpPr>
          <p:nvPr/>
        </p:nvSpPr>
        <p:spPr bwMode="gray">
          <a:xfrm>
            <a:off x="954079" y="3477590"/>
            <a:ext cx="7213191" cy="767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Syntax:</a:t>
            </a:r>
          </a:p>
        </p:txBody>
      </p:sp>
    </p:spTree>
    <p:extLst>
      <p:ext uri="{BB962C8B-B14F-4D97-AF65-F5344CB8AC3E}">
        <p14:creationId xmlns:p14="http://schemas.microsoft.com/office/powerpoint/2010/main" val="2164549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7213191" cy="767686"/>
          </a:xfrm>
        </p:spPr>
        <p:txBody>
          <a:bodyPr>
            <a:normAutofit/>
          </a:bodyPr>
          <a:lstStyle/>
          <a:p>
            <a:r>
              <a:rPr lang="en-US" sz="3600" dirty="0"/>
              <a:t>Lambda function 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54079" y="2344623"/>
            <a:ext cx="1069948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The expression is executed and the result is returned :</a:t>
            </a:r>
          </a:p>
        </p:txBody>
      </p:sp>
      <p:sp>
        <p:nvSpPr>
          <p:cNvPr id="19" name="Title 7">
            <a:extLst>
              <a:ext uri="{FF2B5EF4-FFF2-40B4-BE49-F238E27FC236}">
                <a16:creationId xmlns:a16="http://schemas.microsoft.com/office/drawing/2014/main" id="{C4018367-61A1-4C14-AB40-92F63CBD14AC}"/>
              </a:ext>
            </a:extLst>
          </p:cNvPr>
          <p:cNvSpPr txBox="1">
            <a:spLocks/>
          </p:cNvSpPr>
          <p:nvPr/>
        </p:nvSpPr>
        <p:spPr bwMode="gray">
          <a:xfrm>
            <a:off x="954079" y="3020383"/>
            <a:ext cx="7213191" cy="767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Example 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EFD928-2728-4B58-B8C0-24C4AFC881A5}"/>
              </a:ext>
            </a:extLst>
          </p:cNvPr>
          <p:cNvSpPr txBox="1"/>
          <p:nvPr/>
        </p:nvSpPr>
        <p:spPr>
          <a:xfrm>
            <a:off x="1078773" y="3940662"/>
            <a:ext cx="609600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b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 </a:t>
            </a:r>
            <a:r>
              <a:rPr lang="en-US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lang="en-US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49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041038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737192" cy="767686"/>
          </a:xfrm>
        </p:spPr>
        <p:txBody>
          <a:bodyPr>
            <a:normAutofit fontScale="90000"/>
          </a:bodyPr>
          <a:lstStyle/>
          <a:p>
            <a:r>
              <a:rPr lang="en-US" dirty="0"/>
              <a:t>Lambda function with many arguments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54079" y="2344623"/>
            <a:ext cx="10699480" cy="49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Lambda functions can take any number of arguments.</a:t>
            </a:r>
          </a:p>
        </p:txBody>
      </p:sp>
      <p:sp>
        <p:nvSpPr>
          <p:cNvPr id="19" name="Title 7">
            <a:extLst>
              <a:ext uri="{FF2B5EF4-FFF2-40B4-BE49-F238E27FC236}">
                <a16:creationId xmlns:a16="http://schemas.microsoft.com/office/drawing/2014/main" id="{C4018367-61A1-4C14-AB40-92F63CBD14AC}"/>
              </a:ext>
            </a:extLst>
          </p:cNvPr>
          <p:cNvSpPr txBox="1">
            <a:spLocks/>
          </p:cNvSpPr>
          <p:nvPr/>
        </p:nvSpPr>
        <p:spPr bwMode="gray">
          <a:xfrm>
            <a:off x="954079" y="3020383"/>
            <a:ext cx="7213191" cy="7676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Example 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828F20-8378-40DD-822C-2D239693440A}"/>
              </a:ext>
            </a:extLst>
          </p:cNvPr>
          <p:cNvSpPr txBox="1"/>
          <p:nvPr/>
        </p:nvSpPr>
        <p:spPr>
          <a:xfrm>
            <a:off x="1064919" y="3949992"/>
            <a:ext cx="6096000" cy="17543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39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48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79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3" y="973668"/>
            <a:ext cx="8321556" cy="767686"/>
          </a:xfrm>
        </p:spPr>
        <p:txBody>
          <a:bodyPr>
            <a:normAutofit/>
          </a:bodyPr>
          <a:lstStyle/>
          <a:p>
            <a:r>
              <a:rPr lang="en-US" dirty="0"/>
              <a:t>Why use Lambda Functions ?</a:t>
            </a:r>
            <a:endParaRPr lang="en-US" sz="3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59131-AB4D-44B6-A52A-21F44E107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911086-772C-4E81-9063-ABAFC9FF3438}"/>
              </a:ext>
            </a:extLst>
          </p:cNvPr>
          <p:cNvSpPr txBox="1"/>
          <p:nvPr/>
        </p:nvSpPr>
        <p:spPr>
          <a:xfrm>
            <a:off x="954079" y="2344623"/>
            <a:ext cx="10699480" cy="1418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solidFill>
                  <a:schemeClr val="bg2">
                    <a:lumMod val="10000"/>
                  </a:schemeClr>
                </a:solidFill>
              </a:rPr>
              <a:t>The power of lambda is better shown when you use them as an anonymous function inside another function. Say you have a function definition that takes one argument, and that argument will be multiplied with an unknow number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CA17B2-4167-49F8-9A5C-9E696D92005F}"/>
              </a:ext>
            </a:extLst>
          </p:cNvPr>
          <p:cNvSpPr txBox="1"/>
          <p:nvPr/>
        </p:nvSpPr>
        <p:spPr>
          <a:xfrm>
            <a:off x="1064919" y="4056614"/>
            <a:ext cx="6096000" cy="175432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lambda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call_it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call_it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968327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2912" y="2862483"/>
            <a:ext cx="8666175" cy="1133033"/>
          </a:xfrm>
        </p:spPr>
        <p:txBody>
          <a:bodyPr/>
          <a:lstStyle/>
          <a:p>
            <a:pPr algn="ctr"/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991412-8677-443B-AE2D-B256FF39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1458</TotalTime>
  <Words>221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Rounded MT Bold</vt:lpstr>
      <vt:lpstr>Calibri</vt:lpstr>
      <vt:lpstr>Century Gothic</vt:lpstr>
      <vt:lpstr>Consolas</vt:lpstr>
      <vt:lpstr>Wingdings 3</vt:lpstr>
      <vt:lpstr>Ion Boardroom</vt:lpstr>
      <vt:lpstr>Part 12  Lambda Function in Python</vt:lpstr>
      <vt:lpstr>What is Lambda Function ?</vt:lpstr>
      <vt:lpstr>Lambda function example</vt:lpstr>
      <vt:lpstr>Lambda function with many arguments</vt:lpstr>
      <vt:lpstr>Why use Lambda Functions ?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1063</cp:revision>
  <dcterms:created xsi:type="dcterms:W3CDTF">2021-12-18T06:39:36Z</dcterms:created>
  <dcterms:modified xsi:type="dcterms:W3CDTF">2022-03-01T13:41:44Z</dcterms:modified>
</cp:coreProperties>
</file>